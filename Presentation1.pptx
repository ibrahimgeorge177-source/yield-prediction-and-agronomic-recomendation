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ppt/webextensions/taskpanes.xml" ContentType="application/vnd.ms-office.webextensiontaskpanes+xml"/>
  <Override PartName="/ppt/webextensions/webextension1.xml" ContentType="application/vnd.ms-office.webextension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theme/theme2.xml" ContentType="application/vnd.openxmlformats-officedocument.them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thumbnail" Target="docProps/thumbnail.jpeg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5" Type="http://schemas.openxmlformats.org/officeDocument/2006/relationships/extended-properties" Target="docProps/app.xml"/><Relationship Id="rId4" Type="http://schemas.openxmlformats.org/package/2006/relationships/metadata/core-properties" Target="docProps/core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  <p:sldMasterId id="2147484206" r:id="rId2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59" d="100"/>
          <a:sy n="59" d="100"/>
        </p:scale>
        <p:origin x="72" y="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3" Type="http://schemas.openxmlformats.org/officeDocument/2006/relationships/slide" Target="slides/slide1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tableStyles" Target="tableStyles.xml"/><Relationship Id="rId2" Type="http://schemas.openxmlformats.org/officeDocument/2006/relationships/slideMaster" Target="slideMasters/slideMaster2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5" Type="http://schemas.openxmlformats.org/officeDocument/2006/relationships/slide" Target="slides/slide3.xml"/><Relationship Id="rId15" Type="http://schemas.openxmlformats.org/officeDocument/2006/relationships/viewProps" Target="viewProps.xml"/><Relationship Id="rId10" Type="http://schemas.openxmlformats.org/officeDocument/2006/relationships/slide" Target="slides/slide8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presProps" Target="presProps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#1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6C3D7C85-7E37-4236-8266-B07D341AC110}" type="doc">
      <dgm:prSet loTypeId="urn:microsoft.com/office/officeart/2005/8/layout/hierarchy2#1" qsTypeId="urn:microsoft.com/office/officeart/2005/8/quickstyle/simple1#1" csTypeId="urn:microsoft.com/office/officeart/2005/8/colors/accent1_2#1"/>
      <dgm:spPr/>
      <dgm:t>
        <a:bodyPr/>
        <a:lstStyle/>
        <a:p>
          <a:endParaRPr/>
        </a:p>
      </dgm:t>
    </dgm:pt>
    <dgm:pt modelId="{1EFAFC3A-949A-42AA-AA8C-D605787D1174}" type="parTrans" cxnId="{2802BB4D-F320-4247-8FD5-253FD9F51322}">
      <dgm:prSet/>
      <dgm:spPr/>
      <dgm:t>
        <a:bodyPr/>
        <a:lstStyle/>
        <a:p>
          <a:endParaRPr/>
        </a:p>
      </dgm:t>
    </dgm:pt>
    <dgm:pt modelId="{1CF07490-79F8-410B-B22A-0866DEDADAEF}">
      <dgm:prSet phldrT="[Text]" custT="1"/>
      <dgm:spPr>
        <a:ln>
          <a:noFill/>
        </a:ln>
      </dgm:spPr>
      <dgm:t>
        <a:bodyPr rtlCol="0"/>
        <a:lstStyle/>
        <a:p>
          <a:r>
            <a:rPr lang="en-US" sz="1600" dirty="0">
              <a:solidFill>
                <a:schemeClr val="lt1"/>
              </a:solidFill>
              <a:latin typeface="+mj-lt"/>
            </a:rPr>
            <a:t>Data Foundation</a:t>
          </a:r>
        </a:p>
      </dgm:t>
    </dgm:pt>
    <dgm:pt modelId="{DB82245B-F361-415A-96BC-6F5C76C431C7}" type="sibTrans" cxnId="{2802BB4D-F320-4247-8FD5-253FD9F51322}">
      <dgm:prSet/>
      <dgm:spPr/>
      <dgm:t>
        <a:bodyPr/>
        <a:lstStyle/>
        <a:p>
          <a:endParaRPr/>
        </a:p>
      </dgm:t>
    </dgm:pt>
    <dgm:pt modelId="{52E9E1A9-A0D1-4D0A-8FDA-0036E8BA76AD}" type="parTrans" cxnId="{0B78B5BC-2B34-4E30-ACDB-0802DD68C929}">
      <dgm:prSet/>
      <dgm:spPr/>
      <dgm:t>
        <a:bodyPr/>
        <a:lstStyle/>
        <a:p>
          <a:endParaRPr/>
        </a:p>
      </dgm:t>
    </dgm:pt>
    <dgm:pt modelId="{91482C38-3888-4DA0-B3CC-B9FB5C95A09E}">
      <dgm:prSet phldrT="[Text]" custT="1"/>
      <dgm:spPr>
        <a:solidFill>
          <a:schemeClr val="accent2"/>
        </a:solidFill>
        <a:ln>
          <a:noFill/>
        </a:ln>
      </dgm:spPr>
      <dgm:t>
        <a:bodyPr rtlCol="0"/>
        <a:lstStyle/>
        <a:p>
          <a:r>
            <a:rPr lang="en-US" sz="1600" dirty="0">
              <a:solidFill>
                <a:schemeClr val="lt1"/>
              </a:solidFill>
              <a:latin typeface="+mj-lt"/>
            </a:rPr>
            <a:t>Raw survey data</a:t>
          </a:r>
        </a:p>
      </dgm:t>
    </dgm:pt>
    <dgm:pt modelId="{84D3C895-3490-4B5E-AE1C-FB82C0656351}" type="sibTrans" cxnId="{0B78B5BC-2B34-4E30-ACDB-0802DD68C929}">
      <dgm:prSet/>
      <dgm:spPr/>
      <dgm:t>
        <a:bodyPr/>
        <a:lstStyle/>
        <a:p>
          <a:endParaRPr/>
        </a:p>
      </dgm:t>
    </dgm:pt>
    <dgm:pt modelId="{88F4DC93-1DF3-478F-829C-275CA51E30E2}" type="parTrans" cxnId="{A82C345A-BF95-4D3B-83A0-E263BC4E7ED3}">
      <dgm:prSet/>
      <dgm:spPr/>
      <dgm:t>
        <a:bodyPr/>
        <a:lstStyle/>
        <a:p>
          <a:endParaRPr/>
        </a:p>
      </dgm:t>
    </dgm:pt>
    <dgm:pt modelId="{B31698D5-5924-4756-B5FD-FDE9A4F7A87D}">
      <dgm:prSet phldrT="[Text]" custT="1"/>
      <dgm:spPr>
        <a:solidFill>
          <a:schemeClr val="accent2"/>
        </a:solidFill>
        <a:ln>
          <a:noFill/>
        </a:ln>
      </dgm:spPr>
      <dgm:t>
        <a:bodyPr rtlCol="0"/>
        <a:lstStyle/>
        <a:p>
          <a:r>
            <a:rPr lang="en-US" sz="1600" dirty="0">
              <a:solidFill>
                <a:schemeClr val="lt1"/>
              </a:solidFill>
              <a:latin typeface="+mj-lt"/>
            </a:rPr>
            <a:t>Analysis-ready records</a:t>
          </a:r>
        </a:p>
      </dgm:t>
    </dgm:pt>
    <dgm:pt modelId="{98DF05F0-1351-4297-BAA8-244343727263}" type="sibTrans" cxnId="{A82C345A-BF95-4D3B-83A0-E263BC4E7ED3}">
      <dgm:prSet/>
      <dgm:spPr/>
      <dgm:t>
        <a:bodyPr/>
        <a:lstStyle/>
        <a:p>
          <a:endParaRPr/>
        </a:p>
      </dgm:t>
    </dgm:pt>
    <dgm:pt modelId="{8969CC81-63CE-4FED-BA8A-7D8C814D3623}" type="pres">
      <dgm:prSet presAssocID="{6C3D7C85-7E37-4236-8266-B07D341AC110}" presName="diagram" presStyleCnt="0">
        <dgm:presLayoutVars>
          <dgm:chPref val="1"/>
          <dgm:dir/>
          <dgm:animOne val="branch"/>
          <dgm:animLvl val="lvl"/>
          <dgm:resizeHandles val="exact"/>
        </dgm:presLayoutVars>
      </dgm:prSet>
      <dgm:spPr/>
    </dgm:pt>
    <dgm:pt modelId="{3CD1C1E4-E182-49D6-9DE7-AAC3D75E082C}" type="pres">
      <dgm:prSet presAssocID="{1CF07490-79F8-410B-B22A-0866DEDADAEF}" presName="root1" presStyleCnt="0"/>
      <dgm:spPr/>
    </dgm:pt>
    <dgm:pt modelId="{5C5B8FDA-09B9-4525-A22F-A7045BB73D4F}" type="pres">
      <dgm:prSet presAssocID="{1CF07490-79F8-410B-B22A-0866DEDADAEF}" presName="LevelOneTextNode" presStyleLbl="node0" presStyleIdx="0" presStyleCnt="1">
        <dgm:presLayoutVars>
          <dgm:chPref val="3"/>
        </dgm:presLayoutVars>
      </dgm:prSet>
      <dgm:spPr/>
    </dgm:pt>
    <dgm:pt modelId="{E5DE0842-BF50-47C2-9B0D-47F26E7A5037}" type="pres">
      <dgm:prSet presAssocID="{1CF07490-79F8-410B-B22A-0866DEDADAEF}" presName="level2hierChild" presStyleCnt="0"/>
      <dgm:spPr/>
    </dgm:pt>
    <dgm:pt modelId="{D21514C9-F148-43B2-B148-6783F5CE060A}" type="pres">
      <dgm:prSet presAssocID="{52E9E1A9-A0D1-4D0A-8FDA-0036E8BA76AD}" presName="conn2-1" presStyleLbl="parChTrans1D2" presStyleIdx="0" presStyleCnt="2"/>
      <dgm:spPr/>
    </dgm:pt>
    <dgm:pt modelId="{38F87412-7062-48E1-8ACC-9C79384A05A5}" type="pres">
      <dgm:prSet presAssocID="{52E9E1A9-A0D1-4D0A-8FDA-0036E8BA76AD}" presName="connTx" presStyleLbl="parChTrans1D2" presStyleIdx="0" presStyleCnt="2"/>
      <dgm:spPr/>
    </dgm:pt>
    <dgm:pt modelId="{BC72B231-40C8-4840-806A-210D26E62199}" type="pres">
      <dgm:prSet presAssocID="{91482C38-3888-4DA0-B3CC-B9FB5C95A09E}" presName="root2" presStyleCnt="0"/>
      <dgm:spPr/>
    </dgm:pt>
    <dgm:pt modelId="{9BB72756-FCF0-4927-AE7A-509FB96ECED8}" type="pres">
      <dgm:prSet presAssocID="{91482C38-3888-4DA0-B3CC-B9FB5C95A09E}" presName="LevelTwoTextNode" presStyleLbl="node2" presStyleIdx="0" presStyleCnt="2">
        <dgm:presLayoutVars>
          <dgm:chPref val="3"/>
        </dgm:presLayoutVars>
      </dgm:prSet>
      <dgm:spPr/>
    </dgm:pt>
    <dgm:pt modelId="{8441C81C-3665-4930-9CB3-153C39B2E634}" type="pres">
      <dgm:prSet presAssocID="{91482C38-3888-4DA0-B3CC-B9FB5C95A09E}" presName="level3hierChild" presStyleCnt="0"/>
      <dgm:spPr/>
    </dgm:pt>
    <dgm:pt modelId="{8A9CC5E0-4F4E-48FB-806B-49180D8B12E0}" type="pres">
      <dgm:prSet presAssocID="{88F4DC93-1DF3-478F-829C-275CA51E30E2}" presName="conn2-1" presStyleLbl="parChTrans1D2" presStyleIdx="1" presStyleCnt="2"/>
      <dgm:spPr/>
    </dgm:pt>
    <dgm:pt modelId="{C6018548-399A-422E-B98E-792B3CF0EEAF}" type="pres">
      <dgm:prSet presAssocID="{88F4DC93-1DF3-478F-829C-275CA51E30E2}" presName="connTx" presStyleLbl="parChTrans1D2" presStyleIdx="1" presStyleCnt="2"/>
      <dgm:spPr/>
    </dgm:pt>
    <dgm:pt modelId="{D72171B7-A367-4B05-BFEC-292D4F901DCE}" type="pres">
      <dgm:prSet presAssocID="{B31698D5-5924-4756-B5FD-FDE9A4F7A87D}" presName="root2" presStyleCnt="0"/>
      <dgm:spPr/>
    </dgm:pt>
    <dgm:pt modelId="{BFBB2A70-A156-4AB3-BD91-0B941A631249}" type="pres">
      <dgm:prSet presAssocID="{B31698D5-5924-4756-B5FD-FDE9A4F7A87D}" presName="LevelTwoTextNode" presStyleLbl="node2" presStyleIdx="1" presStyleCnt="2">
        <dgm:presLayoutVars>
          <dgm:chPref val="3"/>
        </dgm:presLayoutVars>
      </dgm:prSet>
      <dgm:spPr/>
    </dgm:pt>
    <dgm:pt modelId="{3C4D2E8F-9084-4FA9-A0FF-34D1BDC7F3F3}" type="pres">
      <dgm:prSet presAssocID="{B31698D5-5924-4756-B5FD-FDE9A4F7A87D}" presName="level3hierChild" presStyleCnt="0"/>
      <dgm:spPr/>
    </dgm:pt>
  </dgm:ptLst>
  <dgm:cxnLst>
    <dgm:cxn modelId="{89CCEE3B-4FF3-4353-ADC3-6B9E81A6271B}" type="presOf" srcId="{91482C38-3888-4DA0-B3CC-B9FB5C95A09E}" destId="{9BB72756-FCF0-4927-AE7A-509FB96ECED8}" srcOrd="0" destOrd="0" presId="urn:microsoft.com/office/officeart/2005/8/layout/hierarchy2#1"/>
    <dgm:cxn modelId="{77759D6B-AC96-4D3B-BB30-8262CA45C4B2}" type="presOf" srcId="{88F4DC93-1DF3-478F-829C-275CA51E30E2}" destId="{C6018548-399A-422E-B98E-792B3CF0EEAF}" srcOrd="1" destOrd="0" presId="urn:microsoft.com/office/officeart/2005/8/layout/hierarchy2#1"/>
    <dgm:cxn modelId="{2802BB4D-F320-4247-8FD5-253FD9F51322}" srcId="{6C3D7C85-7E37-4236-8266-B07D341AC110}" destId="{1CF07490-79F8-410B-B22A-0866DEDADAEF}" srcOrd="0" destOrd="0" parTransId="{1EFAFC3A-949A-42AA-AA8C-D605787D1174}" sibTransId="{DB82245B-F361-415A-96BC-6F5C76C431C7}"/>
    <dgm:cxn modelId="{CFF35470-75E7-4F94-87C5-41756FECBC84}" type="presOf" srcId="{6C3D7C85-7E37-4236-8266-B07D341AC110}" destId="{8969CC81-63CE-4FED-BA8A-7D8C814D3623}" srcOrd="0" destOrd="0" presId="urn:microsoft.com/office/officeart/2005/8/layout/hierarchy2#1"/>
    <dgm:cxn modelId="{5E898C77-625A-48E6-8B5B-7E39A023EFCD}" type="presOf" srcId="{52E9E1A9-A0D1-4D0A-8FDA-0036E8BA76AD}" destId="{38F87412-7062-48E1-8ACC-9C79384A05A5}" srcOrd="1" destOrd="0" presId="urn:microsoft.com/office/officeart/2005/8/layout/hierarchy2#1"/>
    <dgm:cxn modelId="{A82C345A-BF95-4D3B-83A0-E263BC4E7ED3}" srcId="{1CF07490-79F8-410B-B22A-0866DEDADAEF}" destId="{B31698D5-5924-4756-B5FD-FDE9A4F7A87D}" srcOrd="1" destOrd="0" parTransId="{88F4DC93-1DF3-478F-829C-275CA51E30E2}" sibTransId="{98DF05F0-1351-4297-BAA8-244343727263}"/>
    <dgm:cxn modelId="{D212F3A8-B5A5-406F-8698-5E2FFC2AB015}" type="presOf" srcId="{52E9E1A9-A0D1-4D0A-8FDA-0036E8BA76AD}" destId="{D21514C9-F148-43B2-B148-6783F5CE060A}" srcOrd="0" destOrd="0" presId="urn:microsoft.com/office/officeart/2005/8/layout/hierarchy2#1"/>
    <dgm:cxn modelId="{24E1F8AC-5D64-4463-A91E-B47A35374CD7}" type="presOf" srcId="{B31698D5-5924-4756-B5FD-FDE9A4F7A87D}" destId="{BFBB2A70-A156-4AB3-BD91-0B941A631249}" srcOrd="0" destOrd="0" presId="urn:microsoft.com/office/officeart/2005/8/layout/hierarchy2#1"/>
    <dgm:cxn modelId="{C62AC8BA-8C4C-458C-861A-298E91407B55}" type="presOf" srcId="{88F4DC93-1DF3-478F-829C-275CA51E30E2}" destId="{8A9CC5E0-4F4E-48FB-806B-49180D8B12E0}" srcOrd="0" destOrd="0" presId="urn:microsoft.com/office/officeart/2005/8/layout/hierarchy2#1"/>
    <dgm:cxn modelId="{0B78B5BC-2B34-4E30-ACDB-0802DD68C929}" srcId="{1CF07490-79F8-410B-B22A-0866DEDADAEF}" destId="{91482C38-3888-4DA0-B3CC-B9FB5C95A09E}" srcOrd="0" destOrd="0" parTransId="{52E9E1A9-A0D1-4D0A-8FDA-0036E8BA76AD}" sibTransId="{84D3C895-3490-4B5E-AE1C-FB82C0656351}"/>
    <dgm:cxn modelId="{4FD36CC7-0DE5-4F96-B9DB-41F70F45ABCD}" type="presOf" srcId="{1CF07490-79F8-410B-B22A-0866DEDADAEF}" destId="{5C5B8FDA-09B9-4525-A22F-A7045BB73D4F}" srcOrd="0" destOrd="0" presId="urn:microsoft.com/office/officeart/2005/8/layout/hierarchy2#1"/>
    <dgm:cxn modelId="{760C25A1-3286-455A-B394-A797B84FCF81}" type="presParOf" srcId="{8969CC81-63CE-4FED-BA8A-7D8C814D3623}" destId="{3CD1C1E4-E182-49D6-9DE7-AAC3D75E082C}" srcOrd="0" destOrd="0" presId="urn:microsoft.com/office/officeart/2005/8/layout/hierarchy2#1"/>
    <dgm:cxn modelId="{1A39F415-5B21-408F-BE3B-DA99246AACBD}" type="presParOf" srcId="{3CD1C1E4-E182-49D6-9DE7-AAC3D75E082C}" destId="{5C5B8FDA-09B9-4525-A22F-A7045BB73D4F}" srcOrd="0" destOrd="0" presId="urn:microsoft.com/office/officeart/2005/8/layout/hierarchy2#1"/>
    <dgm:cxn modelId="{5169EE9A-487A-442E-BBAA-9DD46E19803F}" type="presParOf" srcId="{3CD1C1E4-E182-49D6-9DE7-AAC3D75E082C}" destId="{E5DE0842-BF50-47C2-9B0D-47F26E7A5037}" srcOrd="1" destOrd="0" presId="urn:microsoft.com/office/officeart/2005/8/layout/hierarchy2#1"/>
    <dgm:cxn modelId="{3EE17BAB-CE71-4BDB-A452-D0F973C65492}" type="presParOf" srcId="{E5DE0842-BF50-47C2-9B0D-47F26E7A5037}" destId="{D21514C9-F148-43B2-B148-6783F5CE060A}" srcOrd="0" destOrd="0" presId="urn:microsoft.com/office/officeart/2005/8/layout/hierarchy2#1"/>
    <dgm:cxn modelId="{E8B6418F-EC60-4675-9EFF-1993E835BB97}" type="presParOf" srcId="{D21514C9-F148-43B2-B148-6783F5CE060A}" destId="{38F87412-7062-48E1-8ACC-9C79384A05A5}" srcOrd="0" destOrd="0" presId="urn:microsoft.com/office/officeart/2005/8/layout/hierarchy2#1"/>
    <dgm:cxn modelId="{CA2AAB99-D175-4CF1-A1D8-5948223AC062}" type="presParOf" srcId="{E5DE0842-BF50-47C2-9B0D-47F26E7A5037}" destId="{BC72B231-40C8-4840-806A-210D26E62199}" srcOrd="1" destOrd="0" presId="urn:microsoft.com/office/officeart/2005/8/layout/hierarchy2#1"/>
    <dgm:cxn modelId="{111BF267-3225-4834-AEA0-4C3F214B3056}" type="presParOf" srcId="{BC72B231-40C8-4840-806A-210D26E62199}" destId="{9BB72756-FCF0-4927-AE7A-509FB96ECED8}" srcOrd="0" destOrd="0" presId="urn:microsoft.com/office/officeart/2005/8/layout/hierarchy2#1"/>
    <dgm:cxn modelId="{E3A9BD2C-8C6B-4102-96F0-E49C029E2405}" type="presParOf" srcId="{BC72B231-40C8-4840-806A-210D26E62199}" destId="{8441C81C-3665-4930-9CB3-153C39B2E634}" srcOrd="1" destOrd="0" presId="urn:microsoft.com/office/officeart/2005/8/layout/hierarchy2#1"/>
    <dgm:cxn modelId="{FD8ACA64-CC29-4323-83FC-199A11F00EFF}" type="presParOf" srcId="{E5DE0842-BF50-47C2-9B0D-47F26E7A5037}" destId="{8A9CC5E0-4F4E-48FB-806B-49180D8B12E0}" srcOrd="2" destOrd="0" presId="urn:microsoft.com/office/officeart/2005/8/layout/hierarchy2#1"/>
    <dgm:cxn modelId="{1EA7D48B-E194-473A-8393-001E054B170C}" type="presParOf" srcId="{8A9CC5E0-4F4E-48FB-806B-49180D8B12E0}" destId="{C6018548-399A-422E-B98E-792B3CF0EEAF}" srcOrd="0" destOrd="0" presId="urn:microsoft.com/office/officeart/2005/8/layout/hierarchy2#1"/>
    <dgm:cxn modelId="{B281B094-4BFD-4006-B50B-ED0AF6D2FCC8}" type="presParOf" srcId="{E5DE0842-BF50-47C2-9B0D-47F26E7A5037}" destId="{D72171B7-A367-4B05-BFEC-292D4F901DCE}" srcOrd="3" destOrd="0" presId="urn:microsoft.com/office/officeart/2005/8/layout/hierarchy2#1"/>
    <dgm:cxn modelId="{D8C95C90-97CD-40C6-A2A0-D21F3CB4F8C2}" type="presParOf" srcId="{D72171B7-A367-4B05-BFEC-292D4F901DCE}" destId="{BFBB2A70-A156-4AB3-BD91-0B941A631249}" srcOrd="0" destOrd="0" presId="urn:microsoft.com/office/officeart/2005/8/layout/hierarchy2#1"/>
    <dgm:cxn modelId="{05B5C4CB-C472-403F-95C1-CA14B1A23C8E}" type="presParOf" srcId="{D72171B7-A367-4B05-BFEC-292D4F901DCE}" destId="{3C4D2E8F-9084-4FA9-A0FF-34D1BDC7F3F3}" srcOrd="1" destOrd="0" presId="urn:microsoft.com/office/officeart/2005/8/layout/hierarchy2#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5C5B8FDA-09B9-4525-A22F-A7045BB73D4F}">
      <dsp:nvSpPr>
        <dsp:cNvPr id="0" name=""/>
        <dsp:cNvSpPr/>
      </dsp:nvSpPr>
      <dsp:spPr>
        <a:xfrm>
          <a:off x="1610" y="1539979"/>
          <a:ext cx="3419057" cy="1709528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160" tIns="10160" rIns="10160" bIns="10160" numCol="1" spcCol="1270" rtlCol="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 dirty="0">
              <a:solidFill>
                <a:schemeClr val="lt1"/>
              </a:solidFill>
              <a:latin typeface="+mj-lt"/>
            </a:rPr>
            <a:t>Data Foundation</a:t>
          </a:r>
        </a:p>
      </dsp:txBody>
      <dsp:txXfrm>
        <a:off x="1610" y="1539979"/>
        <a:ext cx="3419057" cy="1709528"/>
      </dsp:txXfrm>
    </dsp:sp>
    <dsp:sp modelId="{D21514C9-F148-43B2-B148-6783F5CE060A}">
      <dsp:nvSpPr>
        <dsp:cNvPr id="0" name=""/>
        <dsp:cNvSpPr/>
      </dsp:nvSpPr>
      <dsp:spPr>
        <a:xfrm rot="19457599">
          <a:off x="3262363" y="1871129"/>
          <a:ext cx="1684232" cy="64248"/>
        </a:xfrm>
        <a:custGeom>
          <a:avLst/>
          <a:gdLst/>
          <a:ahLst/>
          <a:cxnLst/>
          <a:rect l="0" t="0" r="0" b="0"/>
          <a:pathLst>
            <a:path>
              <a:moveTo>
                <a:pt x="0" y="32124"/>
              </a:moveTo>
              <a:lnTo>
                <a:pt x="1684232" y="32124"/>
              </a:lnTo>
            </a:path>
          </a:pathLst>
        </a:custGeom>
        <a:noFill/>
        <a:ln w="1905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66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sz="600" kern="1200"/>
        </a:p>
      </dsp:txBody>
      <dsp:txXfrm>
        <a:off x="4062373" y="1861148"/>
        <a:ext cx="84211" cy="84211"/>
      </dsp:txXfrm>
    </dsp:sp>
    <dsp:sp modelId="{9BB72756-FCF0-4927-AE7A-509FB96ECED8}">
      <dsp:nvSpPr>
        <dsp:cNvPr id="0" name=""/>
        <dsp:cNvSpPr/>
      </dsp:nvSpPr>
      <dsp:spPr>
        <a:xfrm>
          <a:off x="4788291" y="557000"/>
          <a:ext cx="3419057" cy="1709528"/>
        </a:xfrm>
        <a:prstGeom prst="rect">
          <a:avLst/>
        </a:prstGeom>
        <a:solidFill>
          <a:schemeClr val="accent2"/>
        </a:solid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160" tIns="10160" rIns="10160" bIns="10160" numCol="1" spcCol="1270" rtlCol="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 dirty="0">
              <a:solidFill>
                <a:schemeClr val="lt1"/>
              </a:solidFill>
              <a:latin typeface="+mj-lt"/>
            </a:rPr>
            <a:t>Raw survey data</a:t>
          </a:r>
        </a:p>
      </dsp:txBody>
      <dsp:txXfrm>
        <a:off x="4788291" y="557000"/>
        <a:ext cx="3419057" cy="1709528"/>
      </dsp:txXfrm>
    </dsp:sp>
    <dsp:sp modelId="{8A9CC5E0-4F4E-48FB-806B-49180D8B12E0}">
      <dsp:nvSpPr>
        <dsp:cNvPr id="0" name=""/>
        <dsp:cNvSpPr/>
      </dsp:nvSpPr>
      <dsp:spPr>
        <a:xfrm rot="2142401">
          <a:off x="3262363" y="2854109"/>
          <a:ext cx="1684232" cy="64248"/>
        </a:xfrm>
        <a:custGeom>
          <a:avLst/>
          <a:gdLst/>
          <a:ahLst/>
          <a:cxnLst/>
          <a:rect l="0" t="0" r="0" b="0"/>
          <a:pathLst>
            <a:path>
              <a:moveTo>
                <a:pt x="0" y="32124"/>
              </a:moveTo>
              <a:lnTo>
                <a:pt x="1684232" y="32124"/>
              </a:lnTo>
            </a:path>
          </a:pathLst>
        </a:custGeom>
        <a:noFill/>
        <a:ln w="1905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66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sz="600" kern="1200"/>
        </a:p>
      </dsp:txBody>
      <dsp:txXfrm>
        <a:off x="4062373" y="2844127"/>
        <a:ext cx="84211" cy="84211"/>
      </dsp:txXfrm>
    </dsp:sp>
    <dsp:sp modelId="{BFBB2A70-A156-4AB3-BD91-0B941A631249}">
      <dsp:nvSpPr>
        <dsp:cNvPr id="0" name=""/>
        <dsp:cNvSpPr/>
      </dsp:nvSpPr>
      <dsp:spPr>
        <a:xfrm>
          <a:off x="4788291" y="2522958"/>
          <a:ext cx="3419057" cy="1709528"/>
        </a:xfrm>
        <a:prstGeom prst="rect">
          <a:avLst/>
        </a:prstGeom>
        <a:solidFill>
          <a:schemeClr val="accent2"/>
        </a:solid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160" tIns="10160" rIns="10160" bIns="10160" numCol="1" spcCol="1270" rtlCol="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 dirty="0">
              <a:solidFill>
                <a:schemeClr val="lt1"/>
              </a:solidFill>
              <a:latin typeface="+mj-lt"/>
            </a:rPr>
            <a:t>Analysis-ready records</a:t>
          </a:r>
        </a:p>
      </dsp:txBody>
      <dsp:txXfrm>
        <a:off x="4788291" y="2522958"/>
        <a:ext cx="3419057" cy="1709528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hierarchy2#1">
  <dgm:title val=""/>
  <dgm:desc val=""/>
  <dgm:catLst>
    <dgm:cat type="hierarchy" pri="5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" destId="22" srcOrd="1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</dgm:ptLst>
      <dgm:cxnLst>
        <dgm:cxn modelId="2" srcId="0" destId="1" srcOrd="0" destOrd="0"/>
        <dgm:cxn modelId="13" srcId="1" destId="11" srcOrd="0" destOrd="0"/>
        <dgm:cxn modelId="14" srcId="1" destId="1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21"/>
        <dgm:pt modelId="211"/>
        <dgm:pt modelId="3"/>
        <dgm:pt modelId="31"/>
        <dgm:pt modelId="311"/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1" destId="211" srcOrd="0" destOrd="0"/>
        <dgm:cxn modelId="33" srcId="3" destId="31" srcOrd="0" destOrd="0"/>
        <dgm:cxn modelId="34" srcId="31" destId="311" srcOrd="0" destOrd="0"/>
      </dgm:cxnLst>
      <dgm:bg/>
      <dgm:whole/>
    </dgm:dataModel>
  </dgm:clrData>
  <dgm:layoutNode name="diagram">
    <dgm:varLst>
      <dgm:chPref val="1"/>
      <dgm:dir/>
      <dgm:animOne val="branch"/>
      <dgm:animLvl val="lvl"/>
      <dgm:resizeHandles val="exact"/>
    </dgm:varLst>
    <dgm:choose name="Name0">
      <dgm:if name="Name1" func="var" arg="dir" op="equ" val="norm">
        <dgm:alg type="hierChild">
          <dgm:param type="linDir" val="fromT"/>
          <dgm:param type="chAlign" val="l"/>
        </dgm:alg>
      </dgm:if>
      <dgm:else name="Name2">
        <dgm:alg type="hierChild">
          <dgm:param type="linDir" val="fromT"/>
          <dgm:param type="chAlign" val="r"/>
        </dgm:alg>
      </dgm:else>
    </dgm:choose>
    <dgm:shape xmlns:r="http://schemas.openxmlformats.org/officeDocument/2006/relationships" r:blip="">
      <dgm:adjLst/>
    </dgm:shape>
    <dgm:presOf/>
    <dgm:constrLst>
      <dgm:constr type="h" for="des" ptType="node" refType="h"/>
      <dgm:constr type="w" for="des" ptType="node" refType="h" refFor="des" refPtType="node" fact="2"/>
      <dgm:constr type="sibSp" refType="h" refFor="des" refPtType="node" op="equ" fact="0.15"/>
      <dgm:constr type="sibSp" for="des" forName="level2hierChild" refType="h" refFor="des" refPtType="node" op="equ" fact="0.15"/>
      <dgm:constr type="sibSp" for="des" forName="level3hierChild" refType="h" refFor="des" refPtType="node" op="equ" fact="0.15"/>
      <dgm:constr type="sp" for="des" forName="root1" refType="w" refFor="des" refPtType="node" fact="0.4"/>
      <dgm:constr type="sp" for="des" forName="root2" refType="sp" refFor="des" refForName="root1" op="equ"/>
      <dgm:constr type="primFontSz" for="des" ptType="node" op="equ" val="65"/>
      <dgm:constr type="primFontSz" for="des" forName="connTx" op="equ" val="55"/>
      <dgm:constr type="primFontSz" for="des" forName="connTx" refType="primFontSz" refFor="des" refPtType="node" op="lte" fact="0.8"/>
    </dgm:constrLst>
    <dgm:ruleLst/>
    <dgm:forEach name="Name3" axis="ch">
      <dgm:forEach name="Name4" axis="self" ptType="node">
        <dgm:layoutNode name="root1">
          <dgm:choose name="Name5">
            <dgm:if name="Name6" func="var" arg="dir" op="equ" val="norm">
              <dgm:alg type="hierRoot">
                <dgm:param type="hierAlign" val="lCtrCh"/>
              </dgm:alg>
            </dgm:if>
            <dgm:else name="Name7">
              <dgm:alg type="hierRoot">
                <dgm:param type="hierAlign" val="rCtrCh"/>
              </dgm:alg>
            </dgm:else>
          </dgm:choose>
          <dgm:shape xmlns:r="http://schemas.openxmlformats.org/officeDocument/2006/relationships" r:blip="">
            <dgm:adjLst/>
          </dgm:shape>
          <dgm:presOf/>
          <dgm:constrLst/>
          <dgm:ruleLst/>
          <dgm:layoutNode name="LevelOneTextNode" styleLbl="node0">
            <dgm:varLst>
              <dgm:chPref val="3"/>
            </dgm:varLst>
            <dgm:alg type="tx"/>
            <dgm:shape xmlns:r="http://schemas.openxmlformats.org/officeDocument/2006/relationships" type="rect" r:blip="">
              <dgm:adjLst/>
            </dgm:shape>
            <dgm:presOf axis="self"/>
            <dgm:constrLst>
              <dgm:constr type="tMarg" refType="primFontSz" fact="0.05"/>
              <dgm:constr type="bMarg" refType="primFontSz" fact="0.05"/>
              <dgm:constr type="lMarg" refType="primFontSz" fact="0.05"/>
              <dgm:constr type="rMarg" refType="primFontSz" fact="0.05"/>
            </dgm:constrLst>
            <dgm:ruleLst>
              <dgm:rule type="primFontSz" val="5" fact="NaN" max="NaN"/>
            </dgm:ruleLst>
          </dgm:layoutNode>
          <dgm:layoutNode name="level2hierChild">
            <dgm:choose name="Name8">
              <dgm:if name="Name9" func="var" arg="dir" op="equ" val="norm">
                <dgm:alg type="hierChild">
                  <dgm:param type="linDir" val="fromT"/>
                  <dgm:param type="chAlign" val="l"/>
                </dgm:alg>
              </dgm:if>
              <dgm:else name="Name10">
                <dgm:alg type="hierChild">
                  <dgm:param type="linDir" val="fromT"/>
                  <dgm:param type="chAlign" val="r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repeat" axis="ch">
              <dgm:forEach name="Name11" axis="self" ptType="parTrans" cnt="1">
                <dgm:layoutNode name="conn2-1">
                  <dgm:choose name="Name12">
                    <dgm:if name="Name13" func="var" arg="dir" op="equ" val="norm">
                      <dgm:alg type="conn">
                        <dgm:param type="dim" val="1D"/>
                        <dgm:param type="begPts" val="midR"/>
                        <dgm:param type="endPts" val="midL"/>
                        <dgm:param type="endSty" val="noArr"/>
                      </dgm:alg>
                    </dgm:if>
                    <dgm:else name="Name14">
                      <dgm:alg type="conn">
                        <dgm:param type="dim" val="1D"/>
                        <dgm:param type="begPts" val="midL"/>
                        <dgm:param type="endPts" val="midR"/>
                        <dgm:param type="endSty" val="noArr"/>
                      </dgm:alg>
                    </dgm:else>
                  </dgm:choose>
                  <dgm:shape xmlns:r="http://schemas.openxmlformats.org/officeDocument/2006/relationships" type="conn" r:blip="">
                    <dgm:adjLst/>
                  </dgm:shape>
                  <dgm:presOf axis="self"/>
                  <dgm:constrLst>
                    <dgm:constr type="w" val="1"/>
                    <dgm:constr type="h" val="5"/>
                    <dgm:constr type="connDist"/>
                    <dgm:constr type="begPad"/>
                    <dgm:constr type="endPad"/>
                    <dgm:constr type="userA" for="ch" refType="connDist"/>
                  </dgm:constrLst>
                  <dgm:ruleLst/>
                  <dgm:layoutNode name="connTx">
                    <dgm:alg type="tx">
                      <dgm:param type="autoTxRot" val="grav"/>
                    </dgm:alg>
                    <dgm:shape xmlns:r="http://schemas.openxmlformats.org/officeDocument/2006/relationships" type="rect" r:blip="" hideGeom="1">
                      <dgm:adjLst/>
                    </dgm:shape>
                    <dgm:presOf axis="self"/>
                    <dgm:constrLst>
                      <dgm:constr type="userA"/>
                      <dgm:constr type="w" refType="userA" fact="0.05"/>
                      <dgm:constr type="h" refType="userA" fact="0.05"/>
                      <dgm:constr type="lMarg" val="1"/>
                      <dgm:constr type="rMarg" val="1"/>
                      <dgm:constr type="tMarg"/>
                      <dgm:constr type="bMarg"/>
                    </dgm:constrLst>
                    <dgm:ruleLst>
                      <dgm:rule type="h" val="NaN" fact="0.25" max="NaN"/>
                      <dgm:rule type="w" val="NaN" fact="0.8" max="NaN"/>
                      <dgm:rule type="primFontSz" val="5" fact="NaN" max="NaN"/>
                    </dgm:ruleLst>
                  </dgm:layoutNode>
                </dgm:layoutNode>
              </dgm:forEach>
              <dgm:forEach name="Name15" axis="self" ptType="node">
                <dgm:layoutNode name="root2">
                  <dgm:choose name="Name16">
                    <dgm:if name="Name17" func="var" arg="dir" op="equ" val="norm">
                      <dgm:alg type="hierRoot">
                        <dgm:param type="hierAlign" val="lCtrCh"/>
                      </dgm:alg>
                    </dgm:if>
                    <dgm:else name="Name18">
                      <dgm:alg type="hierRoot">
                        <dgm:param type="hierAlign" val="rCtrCh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layoutNode name="LevelTwoTextNode">
                    <dgm:varLst>
                      <dgm:chPref val="3"/>
                    </dgm:varLst>
                    <dgm:alg type="tx"/>
                    <dgm:shape xmlns:r="http://schemas.openxmlformats.org/officeDocument/2006/relationships" type="rect" r:blip="">
                      <dgm:adjLst/>
                    </dgm:shape>
                    <dgm:presOf axis="self"/>
                    <dgm:constrLst>
                      <dgm:constr type="tMarg" refType="primFontSz" fact="0.05"/>
                      <dgm:constr type="bMarg" refType="primFontSz" fact="0.05"/>
                      <dgm:constr type="lMarg" refType="primFontSz" fact="0.05"/>
                      <dgm:constr type="rMarg" refType="primFontSz" fact="0.05"/>
                    </dgm:constrLst>
                    <dgm:ruleLst>
                      <dgm:rule type="primFontSz" val="5" fact="NaN" max="NaN"/>
                    </dgm:ruleLst>
                  </dgm:layoutNode>
                  <dgm:layoutNode name="level3hierChild">
                    <dgm:choose name="Name19">
                      <dgm:if name="Name20" func="var" arg="dir" op="equ" val="norm">
                        <dgm:alg type="hierChild">
                          <dgm:param type="linDir" val="fromT"/>
                          <dgm:param type="chAlign" val="l"/>
                        </dgm:alg>
                      </dgm:if>
                      <dgm:else name="Name21">
                        <dgm:alg type="hierChild">
                          <dgm:param type="linDir" val="fromT"/>
                          <dgm:param type="chAlign" val="r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constrLst/>
                    <dgm:ruleLst/>
                    <dgm:forEach name="Name22" ref="repeat"/>
                  </dgm:layoutNode>
                </dgm:layoutNode>
              </dgm:forEach>
            </dgm:forEach>
          </dgm:layoutNode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#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BFA923-647E-C5B6-368A-861C46ED692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F21ABFE-E499-8524-2FDA-D178220C539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A9D379B-8AB4-FB88-92CE-96190191CD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B2405B-496F-460A-AA99-33EF2DEA77F0}" type="datetimeFigureOut">
              <a:rPr lang="en-US" smtClean="0"/>
              <a:t>9/8/2026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8D8ED17-2637-C7E6-C3D7-36DAC2B802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375203A-73FD-9F22-0CCC-8A23ABE7BA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28D767-82B7-4E23-A6B7-7B106EBE9C1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80294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F37A50-89B3-F9B8-2944-246F2984C7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656E979-A997-C7FE-030D-642D6BD1148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1077EA7-F316-B4ED-23E0-18BC904746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B2405B-496F-460A-AA99-33EF2DEA77F0}" type="datetimeFigureOut">
              <a:rPr lang="en-US" smtClean="0"/>
              <a:t>9/8/2026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615535F-503A-E51D-55BD-5396801F69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3FB4C9D-3E6D-C229-F21C-D2EF1C7857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28D767-82B7-4E23-A6B7-7B106EBE9C1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6580047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87F9CE-1481-108E-FC11-7A38EB27A5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E8C39BF-8B2B-9976-FE77-2664B9CFB91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817D3D5-99AD-7F2A-FBE1-977FB29E71C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B2405B-496F-460A-AA99-33EF2DEA77F0}" type="datetimeFigureOut">
              <a:rPr lang="en-US" smtClean="0"/>
              <a:t>9/8/2026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59EDA6F-A021-8674-8CF4-09BCF5138C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49F317C-43E6-C1F3-A6DC-9930B6E3AC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28D767-82B7-4E23-A6B7-7B106EBE9C1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739675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D159B3-B62A-A6CB-DE2D-347A90EE4F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36D3815-6813-63FA-52D2-C30AA8D8540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EA8E4D7-EA4D-9AEA-E69D-69A839DD3B1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70C627E-ABD7-DFD8-52AD-E4B0884F166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B2405B-496F-460A-AA99-33EF2DEA77F0}" type="datetimeFigureOut">
              <a:rPr lang="en-US" smtClean="0"/>
              <a:t>9/8/2026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DAE05C5-501A-A7DC-0D2A-DC66AE7FD1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6E1771F-932B-6472-4E4D-F838E992D1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28D767-82B7-4E23-A6B7-7B106EBE9C1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9252298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1D671E-20E7-40D2-37B7-F41460C9B2B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F8408A2-5B5E-87CE-B51F-824F27060FC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0EF67AE-3D82-E5D2-10F9-790492EA749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EB30886-D3C7-CDBF-4157-A3130EE375A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037A937-C507-775B-5936-A2E4EB63628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3DBCD44-C822-2073-E7E3-D874BACBEC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B2405B-496F-460A-AA99-33EF2DEA77F0}" type="datetimeFigureOut">
              <a:rPr lang="en-US" smtClean="0"/>
              <a:t>9/8/2026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D9EB2BA4-DD47-A331-6660-387B16DED8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F77F6A0-0482-C567-A4F6-E9FAF446D2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28D767-82B7-4E23-A6B7-7B106EBE9C1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769647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6D5C86-F722-FCE4-B429-1DD113CDCE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1B18DAD-191C-1886-C2DD-0B1E7675A7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B2405B-496F-460A-AA99-33EF2DEA77F0}" type="datetimeFigureOut">
              <a:rPr lang="en-US" smtClean="0"/>
              <a:t>9/8/2026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1179083-4170-E404-0D77-D92FBE3FA0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E3426B9-F4A6-6456-640C-6C38D3617D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28D767-82B7-4E23-A6B7-7B106EBE9C1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8457829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51C1D55-732F-1C22-41EF-FB7E8CAC29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B2405B-496F-460A-AA99-33EF2DEA77F0}" type="datetimeFigureOut">
              <a:rPr lang="en-US" smtClean="0"/>
              <a:t>9/8/2026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B6FE2FB-05B6-B482-9EAA-1F3C99C9AB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2DB1BB0-113B-7B9C-DEA0-BE0BC187EA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28D767-82B7-4E23-A6B7-7B106EBE9C1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126014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586C20-235B-1638-D17C-C4438CA7CF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CC1882A-A127-F327-9C95-7A8BAC4ABF3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6ACEDE4-779A-1C40-40B5-7DB0C81C183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29520DB-B77D-DB80-3671-42858D4C58A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B2405B-496F-460A-AA99-33EF2DEA77F0}" type="datetimeFigureOut">
              <a:rPr lang="en-US" smtClean="0"/>
              <a:t>9/8/2026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3CBB361-BFB2-697B-2F67-DDA1590435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32408F3-7AD8-0C6C-7BBD-A1AA195122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28D767-82B7-4E23-A6B7-7B106EBE9C1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8836310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CEAE57-188C-0FDA-1578-1D9E48C1EC4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D5175DF-56AC-0050-AD4E-37C3AAE12E4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55A3FDE-3461-4278-1639-4058095DC05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5FF3F4C-9D53-154E-0792-66DD889BA7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B2405B-496F-460A-AA99-33EF2DEA77F0}" type="datetimeFigureOut">
              <a:rPr lang="en-US" smtClean="0"/>
              <a:t>9/8/2026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177BCDE-0B0A-0D68-0F48-964BA3CED0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E7E5092-EB12-8C17-A5C6-745ED6A39B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28D767-82B7-4E23-A6B7-7B106EBE9C1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6802603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18C743-CACA-40AF-65DB-E48AC7587A5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C4E83B9-FFB6-1EF7-1F63-C9434F96B85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D5A58EC-1EA2-C9EF-8CE8-410C84BA2BC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B2405B-496F-460A-AA99-33EF2DEA77F0}" type="datetimeFigureOut">
              <a:rPr lang="en-US" smtClean="0"/>
              <a:t>9/8/2026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68F4D41-7066-8D18-7B30-D405DB03BE1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F0EBF6F-00BE-CE94-3A0B-98C333105B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28D767-82B7-4E23-A6B7-7B106EBE9C1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6818692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9A42242-BDA7-6499-EB1A-E0F1CFDA60C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F1E1820-59CD-FB09-65CF-9AD92AB72EF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2446707-DB87-A4AB-D448-561CBF7D06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B2405B-496F-460A-AA99-33EF2DEA77F0}" type="datetimeFigureOut">
              <a:rPr lang="en-US" smtClean="0"/>
              <a:t>9/8/2026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DB14135-922C-957A-E429-9DE8B645FF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D1D2F1E-089D-5BF3-DDD2-79934992AF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28D767-82B7-4E23-A6B7-7B106EBE9C1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3253596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le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9">
            <a:extLst>
              <a:ext uri="{FF2B5EF4-FFF2-40B4-BE49-F238E27FC236}">
                <a16:creationId xmlns:a16="http://schemas.microsoft.com/office/drawing/2014/main" id="{869B5C48-DCC9-8553-4B07-B68CBD8B1512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6203952" y="0"/>
            <a:ext cx="5988049" cy="6858000"/>
          </a:xfrm>
          <a:noFill/>
        </p:spPr>
        <p:txBody>
          <a:bodyPr lIns="576000" tIns="0" rIns="1440000" bIns="0" anchor="ctr" anchorCtr="0">
            <a:noAutofit/>
          </a:bodyPr>
          <a:lstStyle>
            <a:lvl1pPr marL="0">
              <a:lnSpc>
                <a:spcPct val="90000"/>
              </a:lnSpc>
              <a:spcBef>
                <a:spcPts val="600"/>
              </a:spcBef>
              <a:buFont typeface="Arial" panose="020B0604020202020204" pitchFamily="34" charset="0"/>
              <a:buNone/>
              <a:defRPr sz="4800">
                <a:solidFill>
                  <a:schemeClr val="tx1"/>
                </a:solidFill>
                <a:latin typeface="+mj-lt"/>
              </a:defRPr>
            </a:lvl1pPr>
            <a:lvl2pPr>
              <a:defRPr sz="1600">
                <a:solidFill>
                  <a:schemeClr val="tx1"/>
                </a:solidFill>
                <a:latin typeface="+mj-lt"/>
                <a:cs typeface="+mj-lt"/>
              </a:defRPr>
            </a:lvl2pPr>
            <a:lvl3pPr>
              <a:defRPr sz="3600">
                <a:solidFill>
                  <a:schemeClr val="accent1"/>
                </a:solidFill>
                <a:latin typeface="+mj-lt"/>
                <a:cs typeface="+mj-lt"/>
              </a:defRPr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Content Placeholder 9">
            <a:extLst>
              <a:ext uri="{FF2B5EF4-FFF2-40B4-BE49-F238E27FC236}">
                <a16:creationId xmlns:a16="http://schemas.microsoft.com/office/drawing/2014/main" id="{BC6F658A-7D5B-64CD-244D-94A16F3EE3A6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0" y="90"/>
            <a:ext cx="5988051" cy="6856948"/>
          </a:xfrm>
          <a:noFill/>
        </p:spPr>
        <p:txBody>
          <a:bodyPr lIns="576000" tIns="0" rIns="1440000" bIns="0" anchor="ctr" anchorCtr="0">
            <a:noAutofit/>
          </a:bodyPr>
          <a:lstStyle>
            <a:lvl1pPr marL="0">
              <a:lnSpc>
                <a:spcPct val="90000"/>
              </a:lnSpc>
              <a:spcBef>
                <a:spcPts val="600"/>
              </a:spcBef>
              <a:buFont typeface="Arial" panose="020B0604020202020204" pitchFamily="34" charset="0"/>
              <a:buNone/>
              <a:defRPr sz="4800">
                <a:solidFill>
                  <a:schemeClr val="tx1"/>
                </a:solidFill>
                <a:latin typeface="+mj-lt"/>
              </a:defRPr>
            </a:lvl1pPr>
            <a:lvl2pPr>
              <a:defRPr sz="1600">
                <a:solidFill>
                  <a:schemeClr val="tx1"/>
                </a:solidFill>
                <a:latin typeface="+mj-lt"/>
                <a:cs typeface="+mj-lt"/>
              </a:defRPr>
            </a:lvl2pPr>
            <a:lvl3pPr>
              <a:defRPr sz="3600">
                <a:solidFill>
                  <a:schemeClr val="accent1"/>
                </a:solidFill>
                <a:latin typeface="+mj-lt"/>
                <a:cs typeface="+mj-lt"/>
              </a:defRPr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 dirty="0"/>
              <a:t>Click to edit Master text styles</a:t>
            </a: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40A19F3A-3021-12E5-4437-780AAAF7F50E}"/>
              </a:ext>
            </a:extLst>
          </p:cNvPr>
          <p:cNvCxnSpPr>
            <a:cxnSpLocks/>
          </p:cNvCxnSpPr>
          <p:nvPr/>
        </p:nvCxnSpPr>
        <p:spPr>
          <a:xfrm>
            <a:off x="587375" y="6273800"/>
            <a:ext cx="3888000" cy="0"/>
          </a:xfrm>
          <a:prstGeom prst="line">
            <a:avLst/>
          </a:prstGeom>
          <a:ln w="12700">
            <a:solidFill>
              <a:schemeClr val="accent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E035D463-9DAE-0403-C760-D403D93C305E}"/>
              </a:ext>
            </a:extLst>
          </p:cNvPr>
          <p:cNvCxnSpPr>
            <a:cxnSpLocks/>
          </p:cNvCxnSpPr>
          <p:nvPr/>
        </p:nvCxnSpPr>
        <p:spPr>
          <a:xfrm>
            <a:off x="6770776" y="6273800"/>
            <a:ext cx="3888000" cy="0"/>
          </a:xfrm>
          <a:prstGeom prst="line">
            <a:avLst/>
          </a:prstGeom>
          <a:ln w="12700">
            <a:solidFill>
              <a:schemeClr val="accent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DB97A6DD-86F5-0B49-7D2C-86519F0882A1}"/>
              </a:ext>
            </a:extLst>
          </p:cNvPr>
          <p:cNvCxnSpPr>
            <a:cxnSpLocks/>
          </p:cNvCxnSpPr>
          <p:nvPr/>
        </p:nvCxnSpPr>
        <p:spPr>
          <a:xfrm>
            <a:off x="587375" y="584200"/>
            <a:ext cx="3888000" cy="0"/>
          </a:xfrm>
          <a:prstGeom prst="line">
            <a:avLst/>
          </a:prstGeom>
          <a:ln w="12700">
            <a:solidFill>
              <a:schemeClr val="accent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5160C3F0-CA21-BF97-831B-3C73125376B8}"/>
              </a:ext>
            </a:extLst>
          </p:cNvPr>
          <p:cNvCxnSpPr>
            <a:cxnSpLocks/>
          </p:cNvCxnSpPr>
          <p:nvPr/>
        </p:nvCxnSpPr>
        <p:spPr>
          <a:xfrm>
            <a:off x="6770776" y="584200"/>
            <a:ext cx="3888000" cy="0"/>
          </a:xfrm>
          <a:prstGeom prst="line">
            <a:avLst/>
          </a:prstGeom>
          <a:ln w="12700">
            <a:solidFill>
              <a:schemeClr val="accent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854515800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Section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9">
            <a:extLst>
              <a:ext uri="{FF2B5EF4-FFF2-40B4-BE49-F238E27FC236}">
                <a16:creationId xmlns:a16="http://schemas.microsoft.com/office/drawing/2014/main" id="{BC6F658A-7D5B-64CD-244D-94A16F3EE3A6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587375" y="584200"/>
            <a:ext cx="11017249" cy="5687375"/>
          </a:xfrm>
          <a:noFill/>
        </p:spPr>
        <p:txBody>
          <a:bodyPr lIns="540000" tIns="360000" rIns="540000" bIns="360000" anchor="ctr" anchorCtr="0">
            <a:noAutofit/>
          </a:bodyPr>
          <a:lstStyle>
            <a:lvl1pPr marL="0" algn="ctr">
              <a:lnSpc>
                <a:spcPct val="90000"/>
              </a:lnSpc>
              <a:spcBef>
                <a:spcPts val="600"/>
              </a:spcBef>
              <a:buFont typeface="Arial" panose="020B0604020202020204" pitchFamily="34" charset="0"/>
              <a:buNone/>
              <a:defRPr sz="4800">
                <a:solidFill>
                  <a:schemeClr val="tx1"/>
                </a:solidFill>
                <a:latin typeface="+mj-lt"/>
              </a:defRPr>
            </a:lvl1pPr>
            <a:lvl2pPr>
              <a:defRPr sz="1600">
                <a:solidFill>
                  <a:schemeClr val="tx1"/>
                </a:solidFill>
                <a:latin typeface="+mj-lt"/>
                <a:cs typeface="+mj-lt"/>
              </a:defRPr>
            </a:lvl2pPr>
            <a:lvl3pPr>
              <a:defRPr sz="3600">
                <a:solidFill>
                  <a:schemeClr val="accent1"/>
                </a:solidFill>
                <a:latin typeface="+mj-lt"/>
                <a:cs typeface="+mj-lt"/>
              </a:defRPr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 dirty="0"/>
              <a:t>Click to edit Master text styles</a:t>
            </a:r>
          </a:p>
        </p:txBody>
      </p:sp>
      <p:cxnSp>
        <p:nvCxnSpPr>
          <p:cNvPr id="2" name="Straight Connector 1">
            <a:extLst>
              <a:ext uri="{FF2B5EF4-FFF2-40B4-BE49-F238E27FC236}">
                <a16:creationId xmlns:a16="http://schemas.microsoft.com/office/drawing/2014/main" id="{C0B0B251-A5E3-E6F8-DC7F-3FD4C048CA5E}"/>
              </a:ext>
            </a:extLst>
          </p:cNvPr>
          <p:cNvCxnSpPr>
            <a:cxnSpLocks/>
          </p:cNvCxnSpPr>
          <p:nvPr/>
        </p:nvCxnSpPr>
        <p:spPr>
          <a:xfrm>
            <a:off x="587375" y="584200"/>
            <a:ext cx="11016000" cy="0"/>
          </a:xfrm>
          <a:prstGeom prst="line">
            <a:avLst/>
          </a:prstGeom>
          <a:ln w="12700">
            <a:solidFill>
              <a:schemeClr val="accent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AC503B25-090F-B557-764B-748C20A61D45}"/>
              </a:ext>
            </a:extLst>
          </p:cNvPr>
          <p:cNvCxnSpPr>
            <a:cxnSpLocks/>
          </p:cNvCxnSpPr>
          <p:nvPr/>
        </p:nvCxnSpPr>
        <p:spPr>
          <a:xfrm>
            <a:off x="587375" y="6271575"/>
            <a:ext cx="11016000" cy="0"/>
          </a:xfrm>
          <a:prstGeom prst="line">
            <a:avLst/>
          </a:prstGeom>
          <a:ln w="12700">
            <a:solidFill>
              <a:schemeClr val="accent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10764263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ZeroBox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Content Placeholder 9">
            <a:extLst>
              <a:ext uri="{FF2B5EF4-FFF2-40B4-BE49-F238E27FC236}">
                <a16:creationId xmlns:a16="http://schemas.microsoft.com/office/drawing/2014/main" id="{ACD82C9D-06B8-6804-7C3B-104802359E83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587376" y="584200"/>
            <a:ext cx="11017249" cy="5688248"/>
          </a:xfrm>
          <a:noFill/>
          <a:ln w="12700">
            <a:solidFill>
              <a:schemeClr val="accent1"/>
            </a:solidFill>
          </a:ln>
        </p:spPr>
        <p:txBody>
          <a:bodyPr lIns="216000" tIns="216000" rIns="216000" bIns="216000" anchor="t" anchorCtr="0">
            <a:noAutofit/>
          </a:bodyPr>
          <a:lstStyle>
            <a:lvl1pPr marL="0">
              <a:lnSpc>
                <a:spcPct val="110000"/>
              </a:lnSpc>
              <a:spcBef>
                <a:spcPts val="600"/>
              </a:spcBef>
              <a:buFont typeface="Arial" panose="020B0604020202020204" pitchFamily="34" charset="0"/>
              <a:buNone/>
              <a:defRPr sz="1300">
                <a:solidFill>
                  <a:schemeClr val="tx1"/>
                </a:solidFill>
              </a:defRPr>
            </a:lvl1pPr>
            <a:lvl2pPr>
              <a:defRPr sz="1600">
                <a:solidFill>
                  <a:schemeClr val="tx1"/>
                </a:solidFill>
                <a:latin typeface="+mj-lt"/>
                <a:cs typeface="+mj-lt"/>
              </a:defRPr>
            </a:lvl2pPr>
            <a:lvl3pPr>
              <a:defRPr sz="3600">
                <a:solidFill>
                  <a:schemeClr val="accent1"/>
                </a:solidFill>
                <a:latin typeface="+mj-lt"/>
                <a:cs typeface="+mj-lt"/>
              </a:defRPr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240876132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1BoxV1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Placeholder">
            <a:extLst>
              <a:ext uri="{FF2B5EF4-FFF2-40B4-BE49-F238E27FC236}">
                <a16:creationId xmlns:a16="http://schemas.microsoft.com/office/drawing/2014/main" id="{48B9B565-4127-1749-CC94-387CE3F7E35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87375" y="598714"/>
            <a:ext cx="11017250" cy="470898"/>
          </a:xfrm>
          <a:prstGeom prst="rect">
            <a:avLst/>
          </a:prstGeom>
        </p:spPr>
        <p:txBody>
          <a:bodyPr vert="horz" wrap="square" lIns="0" tIns="0" rIns="0" bIns="0" rtlCol="0" anchor="ctr" anchorCtr="0">
            <a:noAutofit/>
          </a:bodyPr>
          <a:lstStyle>
            <a:lvl1pPr algn="l">
              <a:lnSpc>
                <a:spcPct val="85000"/>
              </a:lnSpc>
              <a:defRPr sz="3600" b="0" spc="-151" baseline="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Click To Edit Master Text</a:t>
            </a:r>
            <a:r>
              <a:rPr lang="ru-RU" dirty="0"/>
              <a:t> </a:t>
            </a:r>
            <a:r>
              <a:rPr lang="en-US" dirty="0"/>
              <a:t>Styles</a:t>
            </a:r>
            <a:endParaRPr lang="ru-RU" dirty="0"/>
          </a:p>
        </p:txBody>
      </p:sp>
      <p:sp>
        <p:nvSpPr>
          <p:cNvPr id="12" name="Content Placeholder 9">
            <a:extLst>
              <a:ext uri="{FF2B5EF4-FFF2-40B4-BE49-F238E27FC236}">
                <a16:creationId xmlns:a16="http://schemas.microsoft.com/office/drawing/2014/main" id="{ACD82C9D-06B8-6804-7C3B-104802359E83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587376" y="1484314"/>
            <a:ext cx="11017249" cy="4788134"/>
          </a:xfrm>
          <a:noFill/>
          <a:ln w="12700">
            <a:solidFill>
              <a:schemeClr val="accent1"/>
            </a:solidFill>
          </a:ln>
        </p:spPr>
        <p:txBody>
          <a:bodyPr lIns="216000" tIns="216000" rIns="216000" bIns="216000" anchor="t" anchorCtr="0">
            <a:noAutofit/>
          </a:bodyPr>
          <a:lstStyle>
            <a:lvl1pPr marL="0">
              <a:lnSpc>
                <a:spcPct val="110000"/>
              </a:lnSpc>
              <a:spcBef>
                <a:spcPts val="600"/>
              </a:spcBef>
              <a:buFont typeface="Arial" panose="020B0604020202020204" pitchFamily="34" charset="0"/>
              <a:buNone/>
              <a:defRPr sz="1300">
                <a:solidFill>
                  <a:schemeClr val="tx1"/>
                </a:solidFill>
              </a:defRPr>
            </a:lvl1pPr>
            <a:lvl2pPr>
              <a:defRPr sz="1600">
                <a:solidFill>
                  <a:schemeClr val="tx1"/>
                </a:solidFill>
                <a:latin typeface="+mj-lt"/>
                <a:cs typeface="+mj-lt"/>
              </a:defRPr>
            </a:lvl2pPr>
            <a:lvl3pPr>
              <a:defRPr sz="3600">
                <a:solidFill>
                  <a:schemeClr val="accent1"/>
                </a:solidFill>
                <a:latin typeface="+mj-lt"/>
                <a:cs typeface="+mj-lt"/>
              </a:defRPr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4283244221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1BoxIntro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9"/>
          <p:cNvSpPr>
            <a:spLocks noGrp="1"/>
          </p:cNvSpPr>
          <p:nvPr>
            <p:ph sz="quarter" idx="15"/>
          </p:nvPr>
        </p:nvSpPr>
        <p:spPr>
          <a:xfrm>
            <a:off x="587375" y="1941921"/>
            <a:ext cx="11017251" cy="4331880"/>
          </a:xfrm>
          <a:prstGeom prst="rect">
            <a:avLst/>
          </a:prstGeom>
          <a:noFill/>
          <a:ln w="12700">
            <a:solidFill>
              <a:schemeClr val="accent1"/>
            </a:solidFill>
          </a:ln>
        </p:spPr>
        <p:txBody>
          <a:bodyPr lIns="216000" tIns="216000" rIns="216000" bIns="216000" anchor="t" anchorCtr="0">
            <a:noAutofit/>
          </a:bodyPr>
          <a:lstStyle>
            <a:lvl1pPr marL="0">
              <a:lnSpc>
                <a:spcPct val="110000"/>
              </a:lnSpc>
              <a:spcBef>
                <a:spcPts val="600"/>
              </a:spcBef>
              <a:buFont typeface="Arial" panose="020B0604020202020204" pitchFamily="34" charset="0"/>
              <a:buNone/>
              <a:defRPr sz="1300">
                <a:solidFill>
                  <a:schemeClr val="tx1"/>
                </a:solidFill>
              </a:defRPr>
            </a:lvl1pPr>
            <a:lvl2pPr>
              <a:defRPr sz="1600">
                <a:solidFill>
                  <a:schemeClr val="tx1"/>
                </a:solidFill>
                <a:latin typeface="+mj-lt"/>
                <a:cs typeface="+mj-lt"/>
              </a:defRPr>
            </a:lvl2pPr>
            <a:lvl3pPr>
              <a:defRPr sz="3600">
                <a:solidFill>
                  <a:schemeClr val="accent1"/>
                </a:solidFill>
                <a:latin typeface="+mj-lt"/>
                <a:cs typeface="+mj-lt"/>
              </a:defRPr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Intro Placeholder"/>
          <p:cNvSpPr>
            <a:spLocks noGrp="1"/>
          </p:cNvSpPr>
          <p:nvPr>
            <p:ph type="body" sz="quarter" idx="19"/>
          </p:nvPr>
        </p:nvSpPr>
        <p:spPr>
          <a:xfrm>
            <a:off x="588625" y="1296391"/>
            <a:ext cx="11016000" cy="422873"/>
          </a:xfrm>
        </p:spPr>
        <p:txBody>
          <a:bodyPr lIns="0" tIns="0" rIns="0" bIns="0">
            <a:noAutofit/>
          </a:bodyPr>
          <a:lstStyle>
            <a:lvl1pPr marL="0" indent="0">
              <a:lnSpc>
                <a:spcPct val="110000"/>
              </a:lnSpc>
              <a:spcBef>
                <a:spcPts val="600"/>
              </a:spcBef>
              <a:buNone/>
              <a:defRPr sz="1300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to edit intro text</a:t>
            </a:r>
          </a:p>
        </p:txBody>
      </p:sp>
      <p:sp>
        <p:nvSpPr>
          <p:cNvPr id="4" name="Title Placeholder"/>
          <p:cNvSpPr>
            <a:spLocks noGrp="1"/>
          </p:cNvSpPr>
          <p:nvPr>
            <p:ph type="title" hasCustomPrompt="1"/>
          </p:nvPr>
        </p:nvSpPr>
        <p:spPr>
          <a:xfrm>
            <a:off x="587375" y="601927"/>
            <a:ext cx="11017250" cy="470898"/>
          </a:xfrm>
          <a:prstGeom prst="rect">
            <a:avLst/>
          </a:prstGeom>
        </p:spPr>
        <p:txBody>
          <a:bodyPr vert="horz" wrap="square" lIns="0" tIns="0" rIns="0" bIns="0" rtlCol="0" anchor="ctr" anchorCtr="0">
            <a:noAutofit/>
          </a:bodyPr>
          <a:lstStyle>
            <a:lvl1pPr algn="l">
              <a:lnSpc>
                <a:spcPct val="85000"/>
              </a:lnSpc>
              <a:defRPr sz="3600" b="0" spc="-150" baseline="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2BoxV1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9">
            <a:extLst>
              <a:ext uri="{FF2B5EF4-FFF2-40B4-BE49-F238E27FC236}">
                <a16:creationId xmlns:a16="http://schemas.microsoft.com/office/drawing/2014/main" id="{869B5C48-DCC9-8553-4B07-B68CBD8B1512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6203951" y="1490310"/>
            <a:ext cx="5400674" cy="4782137"/>
          </a:xfrm>
          <a:noFill/>
          <a:ln w="12700">
            <a:solidFill>
              <a:schemeClr val="accent1"/>
            </a:solidFill>
          </a:ln>
        </p:spPr>
        <p:txBody>
          <a:bodyPr lIns="216000" tIns="216000" rIns="216000" bIns="216000" anchor="t" anchorCtr="0">
            <a:noAutofit/>
          </a:bodyPr>
          <a:lstStyle>
            <a:lvl1pPr marL="0">
              <a:lnSpc>
                <a:spcPct val="110000"/>
              </a:lnSpc>
              <a:spcBef>
                <a:spcPts val="600"/>
              </a:spcBef>
              <a:buFont typeface="Arial" panose="020B0604020202020204" pitchFamily="34" charset="0"/>
              <a:buNone/>
              <a:defRPr sz="1300">
                <a:solidFill>
                  <a:schemeClr val="tx1"/>
                </a:solidFill>
              </a:defRPr>
            </a:lvl1pPr>
            <a:lvl2pPr>
              <a:defRPr sz="1600">
                <a:solidFill>
                  <a:schemeClr val="tx1"/>
                </a:solidFill>
                <a:latin typeface="+mj-lt"/>
                <a:cs typeface="+mj-lt"/>
              </a:defRPr>
            </a:lvl2pPr>
            <a:lvl3pPr>
              <a:defRPr sz="3600">
                <a:solidFill>
                  <a:schemeClr val="accent1"/>
                </a:solidFill>
                <a:latin typeface="+mj-lt"/>
                <a:cs typeface="+mj-lt"/>
              </a:defRPr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9">
            <a:extLst>
              <a:ext uri="{FF2B5EF4-FFF2-40B4-BE49-F238E27FC236}">
                <a16:creationId xmlns:a16="http://schemas.microsoft.com/office/drawing/2014/main" id="{BC6F658A-7D5B-64CD-244D-94A16F3EE3A6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587376" y="1490310"/>
            <a:ext cx="5400674" cy="4781265"/>
          </a:xfrm>
          <a:noFill/>
          <a:ln w="12700">
            <a:solidFill>
              <a:schemeClr val="accent1"/>
            </a:solidFill>
          </a:ln>
        </p:spPr>
        <p:txBody>
          <a:bodyPr lIns="216000" tIns="216000" rIns="216000" bIns="216000" anchor="t" anchorCtr="0">
            <a:noAutofit/>
          </a:bodyPr>
          <a:lstStyle>
            <a:lvl1pPr marL="0">
              <a:lnSpc>
                <a:spcPct val="110000"/>
              </a:lnSpc>
              <a:spcBef>
                <a:spcPts val="600"/>
              </a:spcBef>
              <a:buFont typeface="Arial" panose="020B0604020202020204" pitchFamily="34" charset="0"/>
              <a:buNone/>
              <a:defRPr sz="1300">
                <a:solidFill>
                  <a:schemeClr val="tx1"/>
                </a:solidFill>
              </a:defRPr>
            </a:lvl1pPr>
            <a:lvl2pPr>
              <a:defRPr sz="1600">
                <a:solidFill>
                  <a:schemeClr val="tx1"/>
                </a:solidFill>
                <a:latin typeface="+mj-lt"/>
                <a:cs typeface="+mj-lt"/>
              </a:defRPr>
            </a:lvl2pPr>
            <a:lvl3pPr>
              <a:defRPr sz="3600">
                <a:solidFill>
                  <a:schemeClr val="accent1"/>
                </a:solidFill>
                <a:latin typeface="+mj-lt"/>
                <a:cs typeface="+mj-lt"/>
              </a:defRPr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itle Placeholder">
            <a:extLst>
              <a:ext uri="{FF2B5EF4-FFF2-40B4-BE49-F238E27FC236}">
                <a16:creationId xmlns:a16="http://schemas.microsoft.com/office/drawing/2014/main" id="{7580857F-11FF-88AA-E500-63015B57C2F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87375" y="601927"/>
            <a:ext cx="11017250" cy="470898"/>
          </a:xfrm>
          <a:prstGeom prst="rect">
            <a:avLst/>
          </a:prstGeom>
        </p:spPr>
        <p:txBody>
          <a:bodyPr vert="horz" wrap="square" lIns="0" tIns="0" rIns="0" bIns="0" rtlCol="0" anchor="ctr" anchorCtr="0">
            <a:noAutofit/>
          </a:bodyPr>
          <a:lstStyle>
            <a:lvl1pPr algn="l">
              <a:lnSpc>
                <a:spcPct val="85000"/>
              </a:lnSpc>
              <a:defRPr sz="3600" b="0" spc="-151" baseline="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Click To Edit Master Text</a:t>
            </a:r>
            <a:r>
              <a:rPr lang="ru-RU" dirty="0"/>
              <a:t> </a:t>
            </a:r>
            <a:r>
              <a:rPr lang="en-US" dirty="0"/>
              <a:t>Styles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515661435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2BoxIntroV1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9"/>
          <p:cNvSpPr>
            <a:spLocks noGrp="1"/>
          </p:cNvSpPr>
          <p:nvPr>
            <p:ph sz="quarter" idx="15"/>
          </p:nvPr>
        </p:nvSpPr>
        <p:spPr>
          <a:xfrm>
            <a:off x="6203950" y="1944826"/>
            <a:ext cx="5398291" cy="4328973"/>
          </a:xfrm>
          <a:prstGeom prst="rect">
            <a:avLst/>
          </a:prstGeom>
          <a:noFill/>
          <a:ln w="12700">
            <a:solidFill>
              <a:schemeClr val="accent1"/>
            </a:solidFill>
          </a:ln>
        </p:spPr>
        <p:txBody>
          <a:bodyPr lIns="216000" tIns="216000" rIns="216000" bIns="216000" anchor="t" anchorCtr="0">
            <a:noAutofit/>
          </a:bodyPr>
          <a:lstStyle>
            <a:lvl1pPr marL="0">
              <a:lnSpc>
                <a:spcPct val="110000"/>
              </a:lnSpc>
              <a:spcBef>
                <a:spcPts val="600"/>
              </a:spcBef>
              <a:buFont typeface="Arial" panose="020B0604020202020204" pitchFamily="34" charset="0"/>
              <a:buNone/>
              <a:defRPr sz="1300">
                <a:solidFill>
                  <a:schemeClr val="tx1"/>
                </a:solidFill>
              </a:defRPr>
            </a:lvl1pPr>
            <a:lvl2pPr>
              <a:defRPr sz="1600">
                <a:solidFill>
                  <a:schemeClr val="tx1"/>
                </a:solidFill>
                <a:latin typeface="+mj-lt"/>
                <a:cs typeface="+mj-lt"/>
              </a:defRPr>
            </a:lvl2pPr>
            <a:lvl3pPr>
              <a:defRPr sz="3600">
                <a:solidFill>
                  <a:schemeClr val="accent1"/>
                </a:solidFill>
                <a:latin typeface="+mj-lt"/>
                <a:cs typeface="+mj-lt"/>
              </a:defRPr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Content Placeholder 9"/>
          <p:cNvSpPr>
            <a:spLocks noGrp="1"/>
          </p:cNvSpPr>
          <p:nvPr>
            <p:ph sz="quarter" idx="21"/>
          </p:nvPr>
        </p:nvSpPr>
        <p:spPr>
          <a:xfrm>
            <a:off x="587376" y="1944826"/>
            <a:ext cx="5398291" cy="4328973"/>
          </a:xfrm>
          <a:prstGeom prst="rect">
            <a:avLst/>
          </a:prstGeom>
          <a:noFill/>
          <a:ln w="12700">
            <a:solidFill>
              <a:schemeClr val="accent1"/>
            </a:solidFill>
          </a:ln>
        </p:spPr>
        <p:txBody>
          <a:bodyPr lIns="216000" tIns="216000" rIns="216000" bIns="216000" anchor="t" anchorCtr="0">
            <a:noAutofit/>
          </a:bodyPr>
          <a:lstStyle>
            <a:lvl1pPr marL="0">
              <a:lnSpc>
                <a:spcPct val="110000"/>
              </a:lnSpc>
              <a:spcBef>
                <a:spcPts val="600"/>
              </a:spcBef>
              <a:buFont typeface="Arial" panose="020B0604020202020204" pitchFamily="34" charset="0"/>
              <a:buNone/>
              <a:defRPr sz="1300">
                <a:solidFill>
                  <a:schemeClr val="tx1"/>
                </a:solidFill>
              </a:defRPr>
            </a:lvl1pPr>
            <a:lvl2pPr>
              <a:defRPr sz="1600">
                <a:solidFill>
                  <a:schemeClr val="tx1"/>
                </a:solidFill>
                <a:latin typeface="+mj-lt"/>
                <a:cs typeface="+mj-lt"/>
              </a:defRPr>
            </a:lvl2pPr>
            <a:lvl3pPr>
              <a:defRPr sz="3600">
                <a:solidFill>
                  <a:schemeClr val="accent1"/>
                </a:solidFill>
                <a:latin typeface="+mj-lt"/>
                <a:cs typeface="+mj-lt"/>
              </a:defRPr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Intro Placeholder"/>
          <p:cNvSpPr>
            <a:spLocks noGrp="1"/>
          </p:cNvSpPr>
          <p:nvPr>
            <p:ph type="body" sz="quarter" idx="19"/>
          </p:nvPr>
        </p:nvSpPr>
        <p:spPr>
          <a:xfrm>
            <a:off x="588625" y="1296391"/>
            <a:ext cx="11016000" cy="422873"/>
          </a:xfrm>
        </p:spPr>
        <p:txBody>
          <a:bodyPr lIns="0" tIns="0" rIns="0" bIns="0">
            <a:noAutofit/>
          </a:bodyPr>
          <a:lstStyle>
            <a:lvl1pPr marL="0" indent="0">
              <a:lnSpc>
                <a:spcPct val="110000"/>
              </a:lnSpc>
              <a:spcBef>
                <a:spcPts val="600"/>
              </a:spcBef>
              <a:buNone/>
              <a:defRPr sz="1300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to edit intro text</a:t>
            </a:r>
          </a:p>
        </p:txBody>
      </p:sp>
      <p:sp>
        <p:nvSpPr>
          <p:cNvPr id="5" name="Title Placeholder"/>
          <p:cNvSpPr>
            <a:spLocks noGrp="1"/>
          </p:cNvSpPr>
          <p:nvPr>
            <p:ph type="title" hasCustomPrompt="1"/>
          </p:nvPr>
        </p:nvSpPr>
        <p:spPr>
          <a:xfrm>
            <a:off x="587375" y="601927"/>
            <a:ext cx="11017250" cy="470898"/>
          </a:xfrm>
          <a:prstGeom prst="rect">
            <a:avLst/>
          </a:prstGeom>
        </p:spPr>
        <p:txBody>
          <a:bodyPr vert="horz" wrap="square" lIns="0" tIns="0" rIns="0" bIns="0" rtlCol="0" anchor="ctr" anchorCtr="0">
            <a:noAutofit/>
          </a:bodyPr>
          <a:lstStyle>
            <a:lvl1pPr algn="l">
              <a:lnSpc>
                <a:spcPct val="85000"/>
              </a:lnSpc>
              <a:defRPr sz="3600" b="0" spc="-150" baseline="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2BoxV2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9">
            <a:extLst>
              <a:ext uri="{FF2B5EF4-FFF2-40B4-BE49-F238E27FC236}">
                <a16:creationId xmlns:a16="http://schemas.microsoft.com/office/drawing/2014/main" id="{BC6F658A-7D5B-64CD-244D-94A16F3EE3A6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587376" y="1484314"/>
            <a:ext cx="2592387" cy="4788134"/>
          </a:xfrm>
          <a:noFill/>
          <a:ln w="12700">
            <a:solidFill>
              <a:schemeClr val="accent1"/>
            </a:solidFill>
          </a:ln>
        </p:spPr>
        <p:txBody>
          <a:bodyPr lIns="216000" tIns="216000" rIns="216000" bIns="216000" anchor="t" anchorCtr="0">
            <a:noAutofit/>
          </a:bodyPr>
          <a:lstStyle>
            <a:lvl1pPr marL="0">
              <a:lnSpc>
                <a:spcPct val="110000"/>
              </a:lnSpc>
              <a:spcBef>
                <a:spcPts val="600"/>
              </a:spcBef>
              <a:buFont typeface="Arial" panose="020B0604020202020204" pitchFamily="34" charset="0"/>
              <a:buNone/>
              <a:defRPr sz="1300">
                <a:solidFill>
                  <a:schemeClr val="tx1"/>
                </a:solidFill>
              </a:defRPr>
            </a:lvl1pPr>
            <a:lvl2pPr>
              <a:defRPr sz="1600">
                <a:solidFill>
                  <a:schemeClr val="tx1"/>
                </a:solidFill>
                <a:latin typeface="+mj-lt"/>
                <a:cs typeface="+mj-lt"/>
              </a:defRPr>
            </a:lvl2pPr>
            <a:lvl3pPr>
              <a:defRPr sz="3600">
                <a:solidFill>
                  <a:schemeClr val="accent1"/>
                </a:solidFill>
                <a:latin typeface="+mj-lt"/>
                <a:cs typeface="+mj-lt"/>
              </a:defRPr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itle Placeholder">
            <a:extLst>
              <a:ext uri="{FF2B5EF4-FFF2-40B4-BE49-F238E27FC236}">
                <a16:creationId xmlns:a16="http://schemas.microsoft.com/office/drawing/2014/main" id="{48B9B565-4127-1749-CC94-387CE3F7E35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87375" y="598714"/>
            <a:ext cx="11017250" cy="470898"/>
          </a:xfrm>
          <a:prstGeom prst="rect">
            <a:avLst/>
          </a:prstGeom>
        </p:spPr>
        <p:txBody>
          <a:bodyPr vert="horz" wrap="square" lIns="0" tIns="0" rIns="0" bIns="0" rtlCol="0" anchor="ctr" anchorCtr="0">
            <a:noAutofit/>
          </a:bodyPr>
          <a:lstStyle>
            <a:lvl1pPr algn="l">
              <a:lnSpc>
                <a:spcPct val="85000"/>
              </a:lnSpc>
              <a:defRPr sz="3600" b="0" spc="-151" baseline="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Click To Edit Master Text</a:t>
            </a:r>
            <a:r>
              <a:rPr lang="ru-RU" dirty="0"/>
              <a:t> </a:t>
            </a:r>
            <a:r>
              <a:rPr lang="en-US" dirty="0"/>
              <a:t>Styles</a:t>
            </a:r>
            <a:endParaRPr lang="ru-RU" dirty="0"/>
          </a:p>
        </p:txBody>
      </p:sp>
      <p:sp>
        <p:nvSpPr>
          <p:cNvPr id="3" name="Content Placeholder 9">
            <a:extLst>
              <a:ext uri="{FF2B5EF4-FFF2-40B4-BE49-F238E27FC236}">
                <a16:creationId xmlns:a16="http://schemas.microsoft.com/office/drawing/2014/main" id="{87513120-AB17-6D45-4E3B-EFD60903FF89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3395663" y="1484313"/>
            <a:ext cx="8208959" cy="4789487"/>
          </a:xfrm>
          <a:noFill/>
          <a:ln w="12700">
            <a:solidFill>
              <a:schemeClr val="accent1"/>
            </a:solidFill>
          </a:ln>
        </p:spPr>
        <p:txBody>
          <a:bodyPr lIns="216000" tIns="216000" rIns="216000" bIns="216000" anchor="t" anchorCtr="0">
            <a:noAutofit/>
          </a:bodyPr>
          <a:lstStyle>
            <a:lvl1pPr marL="0">
              <a:lnSpc>
                <a:spcPct val="110000"/>
              </a:lnSpc>
              <a:spcBef>
                <a:spcPts val="600"/>
              </a:spcBef>
              <a:buFont typeface="Arial" panose="020B0604020202020204" pitchFamily="34" charset="0"/>
              <a:buNone/>
              <a:defRPr sz="1300">
                <a:solidFill>
                  <a:schemeClr val="tx1"/>
                </a:solidFill>
              </a:defRPr>
            </a:lvl1pPr>
            <a:lvl2pPr>
              <a:defRPr sz="1600">
                <a:solidFill>
                  <a:schemeClr val="tx1"/>
                </a:solidFill>
                <a:latin typeface="+mj-lt"/>
                <a:cs typeface="+mj-lt"/>
              </a:defRPr>
            </a:lvl2pPr>
            <a:lvl3pPr>
              <a:defRPr sz="3600">
                <a:solidFill>
                  <a:schemeClr val="accent1"/>
                </a:solidFill>
                <a:latin typeface="+mj-lt"/>
                <a:cs typeface="+mj-lt"/>
              </a:defRPr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435326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2BoxIntroV2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9"/>
          <p:cNvSpPr>
            <a:spLocks noGrp="1"/>
          </p:cNvSpPr>
          <p:nvPr>
            <p:ph sz="quarter" idx="21"/>
          </p:nvPr>
        </p:nvSpPr>
        <p:spPr>
          <a:xfrm>
            <a:off x="587376" y="1944826"/>
            <a:ext cx="7272337" cy="4311246"/>
          </a:xfrm>
          <a:prstGeom prst="rect">
            <a:avLst/>
          </a:prstGeom>
          <a:noFill/>
          <a:ln w="12700">
            <a:solidFill>
              <a:schemeClr val="accent1"/>
            </a:solidFill>
          </a:ln>
        </p:spPr>
        <p:txBody>
          <a:bodyPr lIns="216000" tIns="216000" rIns="216000" bIns="216000" anchor="t" anchorCtr="0">
            <a:noAutofit/>
          </a:bodyPr>
          <a:lstStyle>
            <a:lvl1pPr marL="0">
              <a:lnSpc>
                <a:spcPct val="110000"/>
              </a:lnSpc>
              <a:spcBef>
                <a:spcPts val="600"/>
              </a:spcBef>
              <a:buFont typeface="Arial" panose="020B0604020202020204" pitchFamily="34" charset="0"/>
              <a:buNone/>
              <a:defRPr sz="1300">
                <a:solidFill>
                  <a:schemeClr val="tx1"/>
                </a:solidFill>
              </a:defRPr>
            </a:lvl1pPr>
            <a:lvl2pPr>
              <a:defRPr sz="1600">
                <a:solidFill>
                  <a:schemeClr val="tx1"/>
                </a:solidFill>
                <a:latin typeface="+mj-lt"/>
                <a:cs typeface="+mj-lt"/>
              </a:defRPr>
            </a:lvl2pPr>
            <a:lvl3pPr>
              <a:defRPr sz="3600">
                <a:solidFill>
                  <a:schemeClr val="accent1"/>
                </a:solidFill>
                <a:latin typeface="+mj-lt"/>
                <a:cs typeface="+mj-lt"/>
              </a:defRPr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Content Placeholder 9"/>
          <p:cNvSpPr>
            <a:spLocks noGrp="1"/>
          </p:cNvSpPr>
          <p:nvPr>
            <p:ph sz="quarter" idx="22"/>
          </p:nvPr>
        </p:nvSpPr>
        <p:spPr>
          <a:xfrm>
            <a:off x="8075613" y="1944827"/>
            <a:ext cx="3526628" cy="4311246"/>
          </a:xfrm>
          <a:prstGeom prst="rect">
            <a:avLst/>
          </a:prstGeom>
          <a:noFill/>
          <a:ln w="12700">
            <a:solidFill>
              <a:schemeClr val="accent1"/>
            </a:solidFill>
          </a:ln>
        </p:spPr>
        <p:txBody>
          <a:bodyPr lIns="216000" tIns="216000" rIns="216000" bIns="216000" anchor="t" anchorCtr="0">
            <a:noAutofit/>
          </a:bodyPr>
          <a:lstStyle>
            <a:lvl1pPr marL="0">
              <a:lnSpc>
                <a:spcPct val="110000"/>
              </a:lnSpc>
              <a:spcBef>
                <a:spcPts val="600"/>
              </a:spcBef>
              <a:buFont typeface="Arial" panose="020B0604020202020204" pitchFamily="34" charset="0"/>
              <a:buNone/>
              <a:defRPr sz="1300">
                <a:solidFill>
                  <a:schemeClr val="tx1"/>
                </a:solidFill>
              </a:defRPr>
            </a:lvl1pPr>
            <a:lvl2pPr>
              <a:defRPr sz="1600">
                <a:solidFill>
                  <a:schemeClr val="tx1"/>
                </a:solidFill>
                <a:latin typeface="+mj-lt"/>
                <a:cs typeface="+mj-lt"/>
              </a:defRPr>
            </a:lvl2pPr>
            <a:lvl3pPr>
              <a:defRPr sz="3600">
                <a:solidFill>
                  <a:schemeClr val="accent1"/>
                </a:solidFill>
                <a:latin typeface="+mj-lt"/>
                <a:cs typeface="+mj-lt"/>
              </a:defRPr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Intro Placeholder"/>
          <p:cNvSpPr>
            <a:spLocks noGrp="1"/>
          </p:cNvSpPr>
          <p:nvPr>
            <p:ph type="body" sz="quarter" idx="19"/>
          </p:nvPr>
        </p:nvSpPr>
        <p:spPr>
          <a:xfrm>
            <a:off x="588625" y="1296391"/>
            <a:ext cx="11016000" cy="422873"/>
          </a:xfrm>
        </p:spPr>
        <p:txBody>
          <a:bodyPr lIns="0" tIns="0" rIns="0" bIns="0">
            <a:noAutofit/>
          </a:bodyPr>
          <a:lstStyle>
            <a:lvl1pPr marL="0" indent="0">
              <a:lnSpc>
                <a:spcPct val="110000"/>
              </a:lnSpc>
              <a:spcBef>
                <a:spcPts val="600"/>
              </a:spcBef>
              <a:buNone/>
              <a:defRPr sz="1300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to edit intro text</a:t>
            </a:r>
          </a:p>
        </p:txBody>
      </p:sp>
      <p:sp>
        <p:nvSpPr>
          <p:cNvPr id="5" name="Title Placeholder"/>
          <p:cNvSpPr>
            <a:spLocks noGrp="1"/>
          </p:cNvSpPr>
          <p:nvPr>
            <p:ph type="title" hasCustomPrompt="1"/>
          </p:nvPr>
        </p:nvSpPr>
        <p:spPr>
          <a:xfrm>
            <a:off x="587375" y="601927"/>
            <a:ext cx="11017250" cy="470898"/>
          </a:xfrm>
          <a:prstGeom prst="rect">
            <a:avLst/>
          </a:prstGeom>
        </p:spPr>
        <p:txBody>
          <a:bodyPr vert="horz" wrap="square" lIns="0" tIns="0" rIns="0" bIns="0" rtlCol="0" anchor="ctr" anchorCtr="0">
            <a:spAutoFit/>
          </a:bodyPr>
          <a:lstStyle>
            <a:lvl1pPr algn="l">
              <a:lnSpc>
                <a:spcPct val="85000"/>
              </a:lnSpc>
              <a:defRPr sz="3600" b="0" spc="-150" baseline="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3BoxV1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9">
            <a:extLst>
              <a:ext uri="{FF2B5EF4-FFF2-40B4-BE49-F238E27FC236}">
                <a16:creationId xmlns:a16="http://schemas.microsoft.com/office/drawing/2014/main" id="{869B5C48-DCC9-8553-4B07-B68CBD8B1512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4335463" y="1484313"/>
            <a:ext cx="3528848" cy="4788134"/>
          </a:xfrm>
          <a:solidFill>
            <a:schemeClr val="accent6"/>
          </a:solidFill>
          <a:ln w="12700">
            <a:noFill/>
          </a:ln>
        </p:spPr>
        <p:txBody>
          <a:bodyPr lIns="216000" tIns="216000" rIns="216000" bIns="216000" anchor="t" anchorCtr="0">
            <a:noAutofit/>
          </a:bodyPr>
          <a:lstStyle>
            <a:lvl1pPr marL="0">
              <a:lnSpc>
                <a:spcPct val="110000"/>
              </a:lnSpc>
              <a:spcBef>
                <a:spcPts val="600"/>
              </a:spcBef>
              <a:buFont typeface="Arial" panose="020B0604020202020204" pitchFamily="34" charset="0"/>
              <a:buNone/>
              <a:defRPr sz="1300">
                <a:solidFill>
                  <a:schemeClr val="bg1"/>
                </a:solidFill>
              </a:defRPr>
            </a:lvl1pPr>
            <a:lvl2pPr>
              <a:defRPr sz="1600">
                <a:solidFill>
                  <a:schemeClr val="bg1"/>
                </a:solidFill>
                <a:latin typeface="+mj-lt"/>
                <a:cs typeface="+mj-lt"/>
              </a:defRPr>
            </a:lvl2pPr>
            <a:lvl3pPr>
              <a:defRPr sz="3600">
                <a:solidFill>
                  <a:schemeClr val="accent1"/>
                </a:solidFill>
                <a:latin typeface="+mj-lt"/>
                <a:cs typeface="+mj-lt"/>
              </a:defRPr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9">
            <a:extLst>
              <a:ext uri="{FF2B5EF4-FFF2-40B4-BE49-F238E27FC236}">
                <a16:creationId xmlns:a16="http://schemas.microsoft.com/office/drawing/2014/main" id="{BC6F658A-7D5B-64CD-244D-94A16F3EE3A6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587376" y="1484434"/>
            <a:ext cx="3529012" cy="4787142"/>
          </a:xfrm>
          <a:solidFill>
            <a:schemeClr val="accent6"/>
          </a:solidFill>
          <a:ln w="12700">
            <a:noFill/>
          </a:ln>
        </p:spPr>
        <p:txBody>
          <a:bodyPr lIns="216000" tIns="216000" rIns="216000" bIns="216000" anchor="t" anchorCtr="0">
            <a:noAutofit/>
          </a:bodyPr>
          <a:lstStyle>
            <a:lvl1pPr marL="0">
              <a:lnSpc>
                <a:spcPct val="110000"/>
              </a:lnSpc>
              <a:spcBef>
                <a:spcPts val="600"/>
              </a:spcBef>
              <a:buFont typeface="Arial" panose="020B0604020202020204" pitchFamily="34" charset="0"/>
              <a:buNone/>
              <a:defRPr sz="1300">
                <a:solidFill>
                  <a:schemeClr val="bg1"/>
                </a:solidFill>
              </a:defRPr>
            </a:lvl1pPr>
            <a:lvl2pPr>
              <a:defRPr sz="1600">
                <a:solidFill>
                  <a:schemeClr val="bg1"/>
                </a:solidFill>
                <a:latin typeface="+mj-lt"/>
                <a:cs typeface="+mj-lt"/>
              </a:defRPr>
            </a:lvl2pPr>
            <a:lvl3pPr>
              <a:defRPr sz="3600">
                <a:solidFill>
                  <a:schemeClr val="accent1"/>
                </a:solidFill>
                <a:latin typeface="+mj-lt"/>
                <a:cs typeface="+mj-lt"/>
              </a:defRPr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Content Placeholder 9">
            <a:extLst>
              <a:ext uri="{FF2B5EF4-FFF2-40B4-BE49-F238E27FC236}">
                <a16:creationId xmlns:a16="http://schemas.microsoft.com/office/drawing/2014/main" id="{839ADCA9-5DBB-54EF-C3F2-6EB53E34100C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8077036" y="1484313"/>
            <a:ext cx="3528848" cy="4788134"/>
          </a:xfrm>
          <a:solidFill>
            <a:schemeClr val="accent6"/>
          </a:solidFill>
          <a:ln w="12700">
            <a:noFill/>
          </a:ln>
        </p:spPr>
        <p:txBody>
          <a:bodyPr lIns="216000" tIns="216000" rIns="216000" bIns="216000" anchor="t" anchorCtr="0">
            <a:noAutofit/>
          </a:bodyPr>
          <a:lstStyle>
            <a:lvl1pPr marL="0">
              <a:lnSpc>
                <a:spcPct val="110000"/>
              </a:lnSpc>
              <a:spcBef>
                <a:spcPts val="600"/>
              </a:spcBef>
              <a:buFont typeface="Arial" panose="020B0604020202020204" pitchFamily="34" charset="0"/>
              <a:buNone/>
              <a:defRPr sz="1300">
                <a:solidFill>
                  <a:schemeClr val="bg1"/>
                </a:solidFill>
              </a:defRPr>
            </a:lvl1pPr>
            <a:lvl2pPr>
              <a:defRPr sz="1600">
                <a:solidFill>
                  <a:schemeClr val="bg1"/>
                </a:solidFill>
                <a:latin typeface="+mj-lt"/>
                <a:cs typeface="+mj-lt"/>
              </a:defRPr>
            </a:lvl2pPr>
            <a:lvl3pPr>
              <a:defRPr sz="3600">
                <a:solidFill>
                  <a:schemeClr val="accent1"/>
                </a:solidFill>
                <a:latin typeface="+mj-lt"/>
                <a:cs typeface="+mj-lt"/>
              </a:defRPr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itle Placeholder">
            <a:extLst>
              <a:ext uri="{FF2B5EF4-FFF2-40B4-BE49-F238E27FC236}">
                <a16:creationId xmlns:a16="http://schemas.microsoft.com/office/drawing/2014/main" id="{48B9B565-4127-1749-CC94-387CE3F7E35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87375" y="598714"/>
            <a:ext cx="11017250" cy="470898"/>
          </a:xfrm>
          <a:prstGeom prst="rect">
            <a:avLst/>
          </a:prstGeom>
        </p:spPr>
        <p:txBody>
          <a:bodyPr vert="horz" wrap="square" lIns="0" tIns="0" rIns="0" bIns="0" rtlCol="0" anchor="ctr" anchorCtr="0">
            <a:noAutofit/>
          </a:bodyPr>
          <a:lstStyle>
            <a:lvl1pPr algn="l">
              <a:lnSpc>
                <a:spcPct val="85000"/>
              </a:lnSpc>
              <a:defRPr sz="3600" b="0" spc="-151" baseline="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Click To Edit Master Text</a:t>
            </a:r>
            <a:r>
              <a:rPr lang="ru-RU" dirty="0"/>
              <a:t> </a:t>
            </a:r>
            <a:r>
              <a:rPr lang="en-US" dirty="0"/>
              <a:t>Styles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544287396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3BoxIntro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9"/>
          <p:cNvSpPr>
            <a:spLocks noGrp="1"/>
          </p:cNvSpPr>
          <p:nvPr>
            <p:ph sz="quarter" idx="13"/>
          </p:nvPr>
        </p:nvSpPr>
        <p:spPr>
          <a:xfrm>
            <a:off x="4335463" y="1941920"/>
            <a:ext cx="3528848" cy="4330526"/>
          </a:xfrm>
          <a:prstGeom prst="rect">
            <a:avLst/>
          </a:prstGeom>
          <a:solidFill>
            <a:schemeClr val="accent6"/>
          </a:solidFill>
        </p:spPr>
        <p:txBody>
          <a:bodyPr lIns="216000" tIns="216000" rIns="216000" bIns="216000" anchor="t" anchorCtr="0">
            <a:noAutofit/>
          </a:bodyPr>
          <a:lstStyle>
            <a:lvl1pPr marL="0">
              <a:lnSpc>
                <a:spcPct val="110000"/>
              </a:lnSpc>
              <a:spcBef>
                <a:spcPts val="600"/>
              </a:spcBef>
              <a:buFont typeface="Arial" panose="020B0604020202020204" pitchFamily="34" charset="0"/>
              <a:buNone/>
              <a:defRPr sz="1300">
                <a:solidFill>
                  <a:schemeClr val="bg1"/>
                </a:solidFill>
              </a:defRPr>
            </a:lvl1pPr>
            <a:lvl2pPr>
              <a:defRPr sz="1600">
                <a:solidFill>
                  <a:schemeClr val="bg1"/>
                </a:solidFill>
                <a:latin typeface="+mj-lt"/>
                <a:cs typeface="+mj-lt"/>
              </a:defRPr>
            </a:lvl2pPr>
            <a:lvl3pPr>
              <a:defRPr sz="3600">
                <a:solidFill>
                  <a:schemeClr val="accent1"/>
                </a:solidFill>
                <a:latin typeface="+mj-lt"/>
                <a:cs typeface="+mj-lt"/>
              </a:defRPr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Content Placeholder 9"/>
          <p:cNvSpPr>
            <a:spLocks noGrp="1"/>
          </p:cNvSpPr>
          <p:nvPr>
            <p:ph sz="quarter" idx="14"/>
          </p:nvPr>
        </p:nvSpPr>
        <p:spPr>
          <a:xfrm>
            <a:off x="587376" y="1941920"/>
            <a:ext cx="3529012" cy="4329629"/>
          </a:xfrm>
          <a:prstGeom prst="rect">
            <a:avLst/>
          </a:prstGeom>
          <a:solidFill>
            <a:schemeClr val="accent6"/>
          </a:solidFill>
        </p:spPr>
        <p:txBody>
          <a:bodyPr lIns="216000" tIns="216000" rIns="216000" bIns="216000" anchor="t" anchorCtr="0">
            <a:noAutofit/>
          </a:bodyPr>
          <a:lstStyle>
            <a:lvl1pPr marL="0">
              <a:lnSpc>
                <a:spcPct val="110000"/>
              </a:lnSpc>
              <a:spcBef>
                <a:spcPts val="600"/>
              </a:spcBef>
              <a:buFont typeface="Arial" panose="020B0604020202020204" pitchFamily="34" charset="0"/>
              <a:buNone/>
              <a:defRPr sz="1300">
                <a:solidFill>
                  <a:schemeClr val="bg1"/>
                </a:solidFill>
              </a:defRPr>
            </a:lvl1pPr>
            <a:lvl2pPr>
              <a:defRPr sz="1600">
                <a:solidFill>
                  <a:schemeClr val="bg1"/>
                </a:solidFill>
                <a:latin typeface="+mj-lt"/>
                <a:cs typeface="+mj-lt"/>
              </a:defRPr>
            </a:lvl2pPr>
            <a:lvl3pPr>
              <a:defRPr sz="3600">
                <a:solidFill>
                  <a:schemeClr val="accent1"/>
                </a:solidFill>
                <a:latin typeface="+mj-lt"/>
                <a:cs typeface="+mj-lt"/>
              </a:defRPr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9"/>
          <p:cNvSpPr>
            <a:spLocks noGrp="1"/>
          </p:cNvSpPr>
          <p:nvPr>
            <p:ph sz="quarter" idx="15"/>
          </p:nvPr>
        </p:nvSpPr>
        <p:spPr>
          <a:xfrm>
            <a:off x="8075613" y="1941920"/>
            <a:ext cx="3528848" cy="4330526"/>
          </a:xfrm>
          <a:prstGeom prst="rect">
            <a:avLst/>
          </a:prstGeom>
          <a:solidFill>
            <a:schemeClr val="accent6"/>
          </a:solidFill>
        </p:spPr>
        <p:txBody>
          <a:bodyPr lIns="216000" tIns="216000" rIns="216000" bIns="216000" anchor="t" anchorCtr="0">
            <a:noAutofit/>
          </a:bodyPr>
          <a:lstStyle>
            <a:lvl1pPr marL="0">
              <a:lnSpc>
                <a:spcPct val="110000"/>
              </a:lnSpc>
              <a:spcBef>
                <a:spcPts val="600"/>
              </a:spcBef>
              <a:buFont typeface="Arial" panose="020B0604020202020204" pitchFamily="34" charset="0"/>
              <a:buNone/>
              <a:defRPr sz="1300">
                <a:solidFill>
                  <a:schemeClr val="bg1"/>
                </a:solidFill>
              </a:defRPr>
            </a:lvl1pPr>
            <a:lvl2pPr>
              <a:defRPr sz="1600">
                <a:solidFill>
                  <a:schemeClr val="bg1"/>
                </a:solidFill>
                <a:latin typeface="+mj-lt"/>
                <a:cs typeface="+mj-lt"/>
              </a:defRPr>
            </a:lvl2pPr>
            <a:lvl3pPr>
              <a:defRPr sz="3600">
                <a:solidFill>
                  <a:schemeClr val="accent1"/>
                </a:solidFill>
                <a:latin typeface="+mj-lt"/>
                <a:cs typeface="+mj-lt"/>
              </a:defRPr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Intro Placeholder"/>
          <p:cNvSpPr>
            <a:spLocks noGrp="1"/>
          </p:cNvSpPr>
          <p:nvPr>
            <p:ph type="body" sz="quarter" idx="19"/>
          </p:nvPr>
        </p:nvSpPr>
        <p:spPr>
          <a:xfrm>
            <a:off x="588625" y="1296391"/>
            <a:ext cx="11016000" cy="422873"/>
          </a:xfrm>
        </p:spPr>
        <p:txBody>
          <a:bodyPr lIns="0" tIns="0" rIns="0" bIns="0">
            <a:noAutofit/>
          </a:bodyPr>
          <a:lstStyle>
            <a:lvl1pPr marL="0" indent="0">
              <a:lnSpc>
                <a:spcPct val="110000"/>
              </a:lnSpc>
              <a:spcBef>
                <a:spcPts val="600"/>
              </a:spcBef>
              <a:buNone/>
              <a:defRPr sz="13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intro text</a:t>
            </a:r>
          </a:p>
        </p:txBody>
      </p:sp>
      <p:sp>
        <p:nvSpPr>
          <p:cNvPr id="6" name="Title Placeholder"/>
          <p:cNvSpPr>
            <a:spLocks noGrp="1"/>
          </p:cNvSpPr>
          <p:nvPr>
            <p:ph type="title" hasCustomPrompt="1"/>
          </p:nvPr>
        </p:nvSpPr>
        <p:spPr>
          <a:xfrm>
            <a:off x="587375" y="601927"/>
            <a:ext cx="11017250" cy="470898"/>
          </a:xfrm>
          <a:prstGeom prst="rect">
            <a:avLst/>
          </a:prstGeom>
        </p:spPr>
        <p:txBody>
          <a:bodyPr vert="horz" wrap="square" lIns="0" tIns="0" rIns="0" bIns="0" rtlCol="0" anchor="ctr" anchorCtr="0">
            <a:noAutofit/>
          </a:bodyPr>
          <a:lstStyle>
            <a:lvl1pPr algn="l">
              <a:lnSpc>
                <a:spcPct val="85000"/>
              </a:lnSpc>
              <a:defRPr sz="3600" b="0" spc="-150" baseline="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4BoxV1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9">
            <a:extLst>
              <a:ext uri="{FF2B5EF4-FFF2-40B4-BE49-F238E27FC236}">
                <a16:creationId xmlns:a16="http://schemas.microsoft.com/office/drawing/2014/main" id="{869B5C48-DCC9-8553-4B07-B68CBD8B1512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3395663" y="1477056"/>
            <a:ext cx="2592267" cy="4780514"/>
          </a:xfrm>
          <a:noFill/>
          <a:ln w="12700">
            <a:solidFill>
              <a:schemeClr val="accent1"/>
            </a:solidFill>
          </a:ln>
        </p:spPr>
        <p:txBody>
          <a:bodyPr lIns="216000" tIns="216000" rIns="216000" bIns="216000" anchor="t" anchorCtr="0">
            <a:noAutofit/>
          </a:bodyPr>
          <a:lstStyle>
            <a:lvl1pPr marL="0">
              <a:lnSpc>
                <a:spcPct val="110000"/>
              </a:lnSpc>
              <a:spcBef>
                <a:spcPts val="600"/>
              </a:spcBef>
              <a:buFont typeface="Arial" panose="020B0604020202020204" pitchFamily="34" charset="0"/>
              <a:buNone/>
              <a:defRPr sz="1300">
                <a:solidFill>
                  <a:schemeClr val="tx1"/>
                </a:solidFill>
              </a:defRPr>
            </a:lvl1pPr>
            <a:lvl2pPr>
              <a:defRPr sz="1600">
                <a:solidFill>
                  <a:schemeClr val="tx1"/>
                </a:solidFill>
                <a:latin typeface="+mj-lt"/>
                <a:cs typeface="+mj-lt"/>
              </a:defRPr>
            </a:lvl2pPr>
            <a:lvl3pPr>
              <a:defRPr sz="3600">
                <a:solidFill>
                  <a:schemeClr val="accent1"/>
                </a:solidFill>
                <a:latin typeface="+mj-lt"/>
                <a:cs typeface="+mj-lt"/>
              </a:defRPr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9">
            <a:extLst>
              <a:ext uri="{FF2B5EF4-FFF2-40B4-BE49-F238E27FC236}">
                <a16:creationId xmlns:a16="http://schemas.microsoft.com/office/drawing/2014/main" id="{BC6F658A-7D5B-64CD-244D-94A16F3EE3A6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587376" y="1485304"/>
            <a:ext cx="2592387" cy="4779524"/>
          </a:xfrm>
          <a:noFill/>
          <a:ln w="12700">
            <a:solidFill>
              <a:schemeClr val="accent1"/>
            </a:solidFill>
          </a:ln>
        </p:spPr>
        <p:txBody>
          <a:bodyPr lIns="216000" tIns="216000" rIns="216000" bIns="216000" anchor="t" anchorCtr="0">
            <a:noAutofit/>
          </a:bodyPr>
          <a:lstStyle>
            <a:lvl1pPr marL="0">
              <a:lnSpc>
                <a:spcPct val="110000"/>
              </a:lnSpc>
              <a:spcBef>
                <a:spcPts val="600"/>
              </a:spcBef>
              <a:buFont typeface="Arial" panose="020B0604020202020204" pitchFamily="34" charset="0"/>
              <a:buNone/>
              <a:defRPr sz="1300">
                <a:solidFill>
                  <a:schemeClr val="tx1"/>
                </a:solidFill>
              </a:defRPr>
            </a:lvl1pPr>
            <a:lvl2pPr>
              <a:defRPr sz="1600">
                <a:solidFill>
                  <a:schemeClr val="tx1"/>
                </a:solidFill>
                <a:latin typeface="+mj-lt"/>
                <a:cs typeface="+mj-lt"/>
              </a:defRPr>
            </a:lvl2pPr>
            <a:lvl3pPr>
              <a:defRPr sz="3600">
                <a:solidFill>
                  <a:schemeClr val="accent1"/>
                </a:solidFill>
                <a:latin typeface="+mj-lt"/>
                <a:cs typeface="+mj-lt"/>
              </a:defRPr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Content Placeholder 9">
            <a:extLst>
              <a:ext uri="{FF2B5EF4-FFF2-40B4-BE49-F238E27FC236}">
                <a16:creationId xmlns:a16="http://schemas.microsoft.com/office/drawing/2014/main" id="{839ADCA9-5DBB-54EF-C3F2-6EB53E34100C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6203950" y="1484313"/>
            <a:ext cx="2592267" cy="4780514"/>
          </a:xfrm>
          <a:noFill/>
          <a:ln w="12700">
            <a:solidFill>
              <a:schemeClr val="accent1"/>
            </a:solidFill>
          </a:ln>
        </p:spPr>
        <p:txBody>
          <a:bodyPr lIns="216000" tIns="216000" rIns="216000" bIns="216000" anchor="t" anchorCtr="0">
            <a:noAutofit/>
          </a:bodyPr>
          <a:lstStyle>
            <a:lvl1pPr marL="0">
              <a:lnSpc>
                <a:spcPct val="110000"/>
              </a:lnSpc>
              <a:spcBef>
                <a:spcPts val="600"/>
              </a:spcBef>
              <a:buFont typeface="Arial" panose="020B0604020202020204" pitchFamily="34" charset="0"/>
              <a:buNone/>
              <a:defRPr sz="1300">
                <a:solidFill>
                  <a:schemeClr val="tx1"/>
                </a:solidFill>
              </a:defRPr>
            </a:lvl1pPr>
            <a:lvl2pPr>
              <a:defRPr sz="1600">
                <a:solidFill>
                  <a:schemeClr val="tx1"/>
                </a:solidFill>
                <a:latin typeface="+mj-lt"/>
                <a:cs typeface="+mj-lt"/>
              </a:defRPr>
            </a:lvl2pPr>
            <a:lvl3pPr>
              <a:defRPr sz="3600">
                <a:solidFill>
                  <a:schemeClr val="accent1"/>
                </a:solidFill>
                <a:latin typeface="+mj-lt"/>
                <a:cs typeface="+mj-lt"/>
              </a:defRPr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itle Placeholder">
            <a:extLst>
              <a:ext uri="{FF2B5EF4-FFF2-40B4-BE49-F238E27FC236}">
                <a16:creationId xmlns:a16="http://schemas.microsoft.com/office/drawing/2014/main" id="{48B9B565-4127-1749-CC94-387CE3F7E35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87375" y="600430"/>
            <a:ext cx="11017250" cy="470898"/>
          </a:xfrm>
          <a:prstGeom prst="rect">
            <a:avLst/>
          </a:prstGeom>
        </p:spPr>
        <p:txBody>
          <a:bodyPr vert="horz" wrap="square" lIns="0" tIns="0" rIns="0" bIns="0" rtlCol="0" anchor="ctr" anchorCtr="0">
            <a:noAutofit/>
          </a:bodyPr>
          <a:lstStyle>
            <a:lvl1pPr algn="l">
              <a:lnSpc>
                <a:spcPct val="85000"/>
              </a:lnSpc>
              <a:defRPr sz="3600" b="0" spc="-151" baseline="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Click To Edit Master Text</a:t>
            </a:r>
            <a:r>
              <a:rPr lang="ru-RU" dirty="0"/>
              <a:t> </a:t>
            </a:r>
            <a:r>
              <a:rPr lang="en-US" dirty="0"/>
              <a:t>Styles</a:t>
            </a:r>
            <a:endParaRPr lang="ru-RU" dirty="0"/>
          </a:p>
        </p:txBody>
      </p:sp>
      <p:sp>
        <p:nvSpPr>
          <p:cNvPr id="11" name="Content Placeholder 9">
            <a:extLst>
              <a:ext uri="{FF2B5EF4-FFF2-40B4-BE49-F238E27FC236}">
                <a16:creationId xmlns:a16="http://schemas.microsoft.com/office/drawing/2014/main" id="{A39762DC-F32E-4312-37A4-5EDA389CDD92}"/>
              </a:ext>
            </a:extLst>
          </p:cNvPr>
          <p:cNvSpPr>
            <a:spLocks noGrp="1"/>
          </p:cNvSpPr>
          <p:nvPr>
            <p:ph sz="quarter" idx="16"/>
          </p:nvPr>
        </p:nvSpPr>
        <p:spPr>
          <a:xfrm>
            <a:off x="9012358" y="1484313"/>
            <a:ext cx="2592267" cy="4780514"/>
          </a:xfrm>
          <a:noFill/>
          <a:ln w="12700">
            <a:solidFill>
              <a:schemeClr val="accent1"/>
            </a:solidFill>
          </a:ln>
        </p:spPr>
        <p:txBody>
          <a:bodyPr lIns="216000" tIns="216000" rIns="216000" bIns="216000" anchor="t" anchorCtr="0">
            <a:noAutofit/>
          </a:bodyPr>
          <a:lstStyle>
            <a:lvl1pPr marL="0">
              <a:lnSpc>
                <a:spcPct val="110000"/>
              </a:lnSpc>
              <a:spcBef>
                <a:spcPts val="600"/>
              </a:spcBef>
              <a:buFont typeface="Arial" panose="020B0604020202020204" pitchFamily="34" charset="0"/>
              <a:buNone/>
              <a:defRPr sz="1300">
                <a:solidFill>
                  <a:schemeClr val="tx1"/>
                </a:solidFill>
              </a:defRPr>
            </a:lvl1pPr>
            <a:lvl2pPr>
              <a:defRPr sz="1600">
                <a:solidFill>
                  <a:schemeClr val="tx1"/>
                </a:solidFill>
                <a:latin typeface="+mj-lt"/>
                <a:cs typeface="+mj-lt"/>
              </a:defRPr>
            </a:lvl2pPr>
            <a:lvl3pPr>
              <a:defRPr sz="3600">
                <a:solidFill>
                  <a:schemeClr val="accent1"/>
                </a:solidFill>
                <a:latin typeface="+mj-lt"/>
                <a:cs typeface="+mj-lt"/>
              </a:defRPr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863160351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4BoxIntroV1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9"/>
          <p:cNvSpPr>
            <a:spLocks noGrp="1"/>
          </p:cNvSpPr>
          <p:nvPr>
            <p:ph sz="quarter" idx="15"/>
          </p:nvPr>
        </p:nvSpPr>
        <p:spPr>
          <a:xfrm>
            <a:off x="6206332" y="1941920"/>
            <a:ext cx="5398291" cy="2052000"/>
          </a:xfrm>
          <a:prstGeom prst="rect">
            <a:avLst/>
          </a:prstGeom>
          <a:noFill/>
          <a:ln w="12700">
            <a:solidFill>
              <a:schemeClr val="accent1"/>
            </a:solidFill>
          </a:ln>
        </p:spPr>
        <p:txBody>
          <a:bodyPr lIns="216000" tIns="216000" rIns="216000" bIns="216000" anchor="t" anchorCtr="0">
            <a:noAutofit/>
          </a:bodyPr>
          <a:lstStyle>
            <a:lvl1pPr marL="0">
              <a:lnSpc>
                <a:spcPct val="110000"/>
              </a:lnSpc>
              <a:spcBef>
                <a:spcPts val="600"/>
              </a:spcBef>
              <a:buFont typeface="Arial" panose="020B0604020202020204" pitchFamily="34" charset="0"/>
              <a:buNone/>
              <a:defRPr sz="1300">
                <a:solidFill>
                  <a:schemeClr val="tx1"/>
                </a:solidFill>
              </a:defRPr>
            </a:lvl1pPr>
            <a:lvl2pPr>
              <a:defRPr sz="1600">
                <a:solidFill>
                  <a:schemeClr val="tx1"/>
                </a:solidFill>
                <a:latin typeface="+mj-lt"/>
                <a:cs typeface="+mj-lt"/>
              </a:defRPr>
            </a:lvl2pPr>
            <a:lvl3pPr>
              <a:defRPr sz="3600">
                <a:solidFill>
                  <a:schemeClr val="accent1"/>
                </a:solidFill>
                <a:latin typeface="+mj-lt"/>
                <a:cs typeface="+mj-lt"/>
              </a:defRPr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Content Placeholder 9"/>
          <p:cNvSpPr>
            <a:spLocks noGrp="1"/>
          </p:cNvSpPr>
          <p:nvPr>
            <p:ph sz="quarter" idx="20"/>
          </p:nvPr>
        </p:nvSpPr>
        <p:spPr>
          <a:xfrm>
            <a:off x="6206332" y="4212827"/>
            <a:ext cx="5400675" cy="2052000"/>
          </a:xfrm>
          <a:prstGeom prst="rect">
            <a:avLst/>
          </a:prstGeom>
          <a:noFill/>
          <a:ln w="12700">
            <a:solidFill>
              <a:schemeClr val="accent1"/>
            </a:solidFill>
          </a:ln>
        </p:spPr>
        <p:txBody>
          <a:bodyPr lIns="216000" tIns="216000" rIns="216000" bIns="216000" anchor="t" anchorCtr="0">
            <a:noAutofit/>
          </a:bodyPr>
          <a:lstStyle>
            <a:lvl1pPr marL="0">
              <a:lnSpc>
                <a:spcPct val="110000"/>
              </a:lnSpc>
              <a:spcBef>
                <a:spcPts val="600"/>
              </a:spcBef>
              <a:buFont typeface="Arial" panose="020B0604020202020204" pitchFamily="34" charset="0"/>
              <a:buNone/>
              <a:defRPr sz="1300">
                <a:solidFill>
                  <a:schemeClr val="tx1"/>
                </a:solidFill>
              </a:defRPr>
            </a:lvl1pPr>
            <a:lvl2pPr>
              <a:defRPr sz="1600">
                <a:solidFill>
                  <a:schemeClr val="tx1"/>
                </a:solidFill>
                <a:latin typeface="+mj-lt"/>
                <a:cs typeface="+mj-lt"/>
              </a:defRPr>
            </a:lvl2pPr>
            <a:lvl3pPr>
              <a:defRPr sz="3600">
                <a:solidFill>
                  <a:schemeClr val="accent1"/>
                </a:solidFill>
                <a:latin typeface="+mj-lt"/>
                <a:cs typeface="+mj-lt"/>
              </a:defRPr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9"/>
          <p:cNvSpPr>
            <a:spLocks noGrp="1"/>
          </p:cNvSpPr>
          <p:nvPr>
            <p:ph sz="quarter" idx="21"/>
          </p:nvPr>
        </p:nvSpPr>
        <p:spPr>
          <a:xfrm>
            <a:off x="587376" y="1941920"/>
            <a:ext cx="5398291" cy="2052000"/>
          </a:xfrm>
          <a:prstGeom prst="rect">
            <a:avLst/>
          </a:prstGeom>
          <a:noFill/>
          <a:ln w="12700">
            <a:solidFill>
              <a:schemeClr val="accent1"/>
            </a:solidFill>
          </a:ln>
        </p:spPr>
        <p:txBody>
          <a:bodyPr lIns="216000" tIns="216000" rIns="216000" bIns="216000" anchor="t" anchorCtr="0">
            <a:noAutofit/>
          </a:bodyPr>
          <a:lstStyle>
            <a:lvl1pPr marL="0">
              <a:lnSpc>
                <a:spcPct val="110000"/>
              </a:lnSpc>
              <a:spcBef>
                <a:spcPts val="600"/>
              </a:spcBef>
              <a:buFont typeface="Arial" panose="020B0604020202020204" pitchFamily="34" charset="0"/>
              <a:buNone/>
              <a:defRPr sz="1300">
                <a:solidFill>
                  <a:schemeClr val="tx1"/>
                </a:solidFill>
              </a:defRPr>
            </a:lvl1pPr>
            <a:lvl2pPr>
              <a:defRPr sz="1600">
                <a:solidFill>
                  <a:schemeClr val="tx1"/>
                </a:solidFill>
                <a:latin typeface="+mj-lt"/>
                <a:cs typeface="+mj-lt"/>
              </a:defRPr>
            </a:lvl2pPr>
            <a:lvl3pPr>
              <a:defRPr sz="3600">
                <a:solidFill>
                  <a:schemeClr val="accent1"/>
                </a:solidFill>
                <a:latin typeface="+mj-lt"/>
                <a:cs typeface="+mj-lt"/>
              </a:defRPr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Content Placeholder 9"/>
          <p:cNvSpPr>
            <a:spLocks noGrp="1"/>
          </p:cNvSpPr>
          <p:nvPr>
            <p:ph sz="quarter" idx="22"/>
          </p:nvPr>
        </p:nvSpPr>
        <p:spPr>
          <a:xfrm>
            <a:off x="587376" y="4212827"/>
            <a:ext cx="5400675" cy="2052000"/>
          </a:xfrm>
          <a:prstGeom prst="rect">
            <a:avLst/>
          </a:prstGeom>
          <a:noFill/>
          <a:ln w="12700">
            <a:solidFill>
              <a:schemeClr val="accent1"/>
            </a:solidFill>
          </a:ln>
        </p:spPr>
        <p:txBody>
          <a:bodyPr lIns="216000" tIns="216000" rIns="216000" bIns="216000" anchor="t" anchorCtr="0">
            <a:noAutofit/>
          </a:bodyPr>
          <a:lstStyle>
            <a:lvl1pPr marL="0">
              <a:lnSpc>
                <a:spcPct val="110000"/>
              </a:lnSpc>
              <a:spcBef>
                <a:spcPts val="600"/>
              </a:spcBef>
              <a:buFont typeface="Arial" panose="020B0604020202020204" pitchFamily="34" charset="0"/>
              <a:buNone/>
              <a:defRPr sz="1300">
                <a:solidFill>
                  <a:schemeClr val="tx1"/>
                </a:solidFill>
              </a:defRPr>
            </a:lvl1pPr>
            <a:lvl2pPr>
              <a:defRPr sz="1600">
                <a:solidFill>
                  <a:schemeClr val="tx1"/>
                </a:solidFill>
                <a:latin typeface="+mj-lt"/>
                <a:cs typeface="+mj-lt"/>
              </a:defRPr>
            </a:lvl2pPr>
            <a:lvl3pPr>
              <a:defRPr sz="3600">
                <a:solidFill>
                  <a:schemeClr val="accent1"/>
                </a:solidFill>
                <a:latin typeface="+mj-lt"/>
                <a:cs typeface="+mj-lt"/>
              </a:defRPr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Intro Placeholder"/>
          <p:cNvSpPr>
            <a:spLocks noGrp="1"/>
          </p:cNvSpPr>
          <p:nvPr>
            <p:ph type="body" sz="quarter" idx="19"/>
          </p:nvPr>
        </p:nvSpPr>
        <p:spPr>
          <a:xfrm>
            <a:off x="588625" y="1296391"/>
            <a:ext cx="11016000" cy="422873"/>
          </a:xfrm>
        </p:spPr>
        <p:txBody>
          <a:bodyPr lIns="0" tIns="0" rIns="0" bIns="0">
            <a:noAutofit/>
          </a:bodyPr>
          <a:lstStyle>
            <a:lvl1pPr marL="0" indent="0">
              <a:lnSpc>
                <a:spcPct val="110000"/>
              </a:lnSpc>
              <a:spcBef>
                <a:spcPts val="600"/>
              </a:spcBef>
              <a:buNone/>
              <a:defRPr sz="1300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to edit intro text</a:t>
            </a:r>
          </a:p>
        </p:txBody>
      </p:sp>
      <p:sp>
        <p:nvSpPr>
          <p:cNvPr id="7" name="Title Placeholder"/>
          <p:cNvSpPr>
            <a:spLocks noGrp="1"/>
          </p:cNvSpPr>
          <p:nvPr>
            <p:ph type="title" hasCustomPrompt="1"/>
          </p:nvPr>
        </p:nvSpPr>
        <p:spPr>
          <a:xfrm>
            <a:off x="587375" y="601927"/>
            <a:ext cx="11017250" cy="470898"/>
          </a:xfrm>
          <a:prstGeom prst="rect">
            <a:avLst/>
          </a:prstGeom>
        </p:spPr>
        <p:txBody>
          <a:bodyPr vert="horz" wrap="square" lIns="0" tIns="0" rIns="0" bIns="0" rtlCol="0" anchor="ctr" anchorCtr="0">
            <a:noAutofit/>
          </a:bodyPr>
          <a:lstStyle>
            <a:lvl1pPr algn="l">
              <a:lnSpc>
                <a:spcPct val="85000"/>
              </a:lnSpc>
              <a:defRPr sz="3600" b="0" spc="-150" baseline="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4BoxV2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9">
            <a:extLst>
              <a:ext uri="{FF2B5EF4-FFF2-40B4-BE49-F238E27FC236}">
                <a16:creationId xmlns:a16="http://schemas.microsoft.com/office/drawing/2014/main" id="{BC6F658A-7D5B-64CD-244D-94A16F3EE3A6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587376" y="1481554"/>
            <a:ext cx="5400925" cy="2286000"/>
          </a:xfrm>
          <a:solidFill>
            <a:schemeClr val="accent6"/>
          </a:solidFill>
        </p:spPr>
        <p:txBody>
          <a:bodyPr lIns="216000" tIns="216000" rIns="216000" bIns="216000" anchor="t" anchorCtr="0">
            <a:noAutofit/>
          </a:bodyPr>
          <a:lstStyle>
            <a:lvl1pPr marL="0">
              <a:lnSpc>
                <a:spcPct val="110000"/>
              </a:lnSpc>
              <a:spcBef>
                <a:spcPts val="600"/>
              </a:spcBef>
              <a:buFont typeface="Arial" panose="020B0604020202020204" pitchFamily="34" charset="0"/>
              <a:buNone/>
              <a:defRPr sz="1300">
                <a:solidFill>
                  <a:schemeClr val="bg1"/>
                </a:solidFill>
              </a:defRPr>
            </a:lvl1pPr>
            <a:lvl2pPr>
              <a:defRPr sz="1600">
                <a:solidFill>
                  <a:schemeClr val="bg1"/>
                </a:solidFill>
                <a:latin typeface="+mj-lt"/>
                <a:cs typeface="+mj-lt"/>
              </a:defRPr>
            </a:lvl2pPr>
            <a:lvl3pPr>
              <a:defRPr sz="3600">
                <a:solidFill>
                  <a:schemeClr val="accent1"/>
                </a:solidFill>
                <a:latin typeface="+mj-lt"/>
                <a:cs typeface="+mj-lt"/>
              </a:defRPr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Content Placeholder 9">
            <a:extLst>
              <a:ext uri="{FF2B5EF4-FFF2-40B4-BE49-F238E27FC236}">
                <a16:creationId xmlns:a16="http://schemas.microsoft.com/office/drawing/2014/main" id="{839ADCA9-5DBB-54EF-C3F2-6EB53E34100C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6206332" y="1481140"/>
            <a:ext cx="5400675" cy="2286000"/>
          </a:xfrm>
          <a:solidFill>
            <a:schemeClr val="accent6"/>
          </a:solidFill>
        </p:spPr>
        <p:txBody>
          <a:bodyPr lIns="216000" tIns="216000" rIns="216000" bIns="216000" anchor="t" anchorCtr="0">
            <a:noAutofit/>
          </a:bodyPr>
          <a:lstStyle>
            <a:lvl1pPr marL="0">
              <a:lnSpc>
                <a:spcPct val="110000"/>
              </a:lnSpc>
              <a:spcBef>
                <a:spcPts val="600"/>
              </a:spcBef>
              <a:buFont typeface="Arial" panose="020B0604020202020204" pitchFamily="34" charset="0"/>
              <a:buNone/>
              <a:defRPr sz="1300">
                <a:solidFill>
                  <a:schemeClr val="bg1"/>
                </a:solidFill>
              </a:defRPr>
            </a:lvl1pPr>
            <a:lvl2pPr>
              <a:defRPr sz="1600">
                <a:solidFill>
                  <a:schemeClr val="bg1"/>
                </a:solidFill>
                <a:latin typeface="+mj-lt"/>
                <a:cs typeface="+mj-lt"/>
              </a:defRPr>
            </a:lvl2pPr>
            <a:lvl3pPr>
              <a:defRPr sz="3600">
                <a:solidFill>
                  <a:schemeClr val="accent1"/>
                </a:solidFill>
                <a:latin typeface="+mj-lt"/>
                <a:cs typeface="+mj-lt"/>
              </a:defRPr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itle Placeholder">
            <a:extLst>
              <a:ext uri="{FF2B5EF4-FFF2-40B4-BE49-F238E27FC236}">
                <a16:creationId xmlns:a16="http://schemas.microsoft.com/office/drawing/2014/main" id="{48B9B565-4127-1749-CC94-387CE3F7E35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87375" y="599173"/>
            <a:ext cx="11017250" cy="470898"/>
          </a:xfrm>
          <a:prstGeom prst="rect">
            <a:avLst/>
          </a:prstGeom>
        </p:spPr>
        <p:txBody>
          <a:bodyPr vert="horz" wrap="square" lIns="0" tIns="0" rIns="0" bIns="0" rtlCol="0" anchor="ctr" anchorCtr="0">
            <a:noAutofit/>
          </a:bodyPr>
          <a:lstStyle>
            <a:lvl1pPr algn="l">
              <a:lnSpc>
                <a:spcPct val="85000"/>
              </a:lnSpc>
              <a:defRPr sz="3600" b="0" spc="-151" baseline="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Click To Edit Master Text</a:t>
            </a:r>
            <a:r>
              <a:rPr lang="ru-RU" dirty="0"/>
              <a:t> </a:t>
            </a:r>
            <a:r>
              <a:rPr lang="en-US" dirty="0"/>
              <a:t>Styles</a:t>
            </a:r>
            <a:endParaRPr lang="ru-RU" dirty="0"/>
          </a:p>
        </p:txBody>
      </p:sp>
      <p:sp>
        <p:nvSpPr>
          <p:cNvPr id="16" name="Content Placeholder 9">
            <a:extLst>
              <a:ext uri="{FF2B5EF4-FFF2-40B4-BE49-F238E27FC236}">
                <a16:creationId xmlns:a16="http://schemas.microsoft.com/office/drawing/2014/main" id="{98B8ACA8-6DA6-BF4B-F8AF-A74B5D41FA52}"/>
              </a:ext>
            </a:extLst>
          </p:cNvPr>
          <p:cNvSpPr>
            <a:spLocks noGrp="1"/>
          </p:cNvSpPr>
          <p:nvPr>
            <p:ph sz="quarter" idx="18"/>
          </p:nvPr>
        </p:nvSpPr>
        <p:spPr>
          <a:xfrm>
            <a:off x="587376" y="3988532"/>
            <a:ext cx="5400925" cy="2286000"/>
          </a:xfrm>
          <a:solidFill>
            <a:schemeClr val="accent6"/>
          </a:solidFill>
        </p:spPr>
        <p:txBody>
          <a:bodyPr lIns="216000" tIns="216000" rIns="216000" bIns="216000" anchor="t" anchorCtr="0">
            <a:noAutofit/>
          </a:bodyPr>
          <a:lstStyle>
            <a:lvl1pPr marL="0">
              <a:lnSpc>
                <a:spcPct val="110000"/>
              </a:lnSpc>
              <a:spcBef>
                <a:spcPts val="600"/>
              </a:spcBef>
              <a:buFont typeface="Arial" panose="020B0604020202020204" pitchFamily="34" charset="0"/>
              <a:buNone/>
              <a:defRPr sz="1300">
                <a:solidFill>
                  <a:schemeClr val="bg1"/>
                </a:solidFill>
              </a:defRPr>
            </a:lvl1pPr>
            <a:lvl2pPr>
              <a:defRPr sz="1600">
                <a:solidFill>
                  <a:schemeClr val="bg1"/>
                </a:solidFill>
                <a:latin typeface="+mj-lt"/>
                <a:cs typeface="+mj-lt"/>
              </a:defRPr>
            </a:lvl2pPr>
            <a:lvl3pPr>
              <a:defRPr sz="3600">
                <a:solidFill>
                  <a:schemeClr val="accent1"/>
                </a:solidFill>
                <a:latin typeface="+mj-lt"/>
                <a:cs typeface="+mj-lt"/>
              </a:defRPr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Content Placeholder 9">
            <a:extLst>
              <a:ext uri="{FF2B5EF4-FFF2-40B4-BE49-F238E27FC236}">
                <a16:creationId xmlns:a16="http://schemas.microsoft.com/office/drawing/2014/main" id="{8133A26D-9D2D-88BC-2CDC-11B4932049F4}"/>
              </a:ext>
            </a:extLst>
          </p:cNvPr>
          <p:cNvSpPr>
            <a:spLocks noGrp="1"/>
          </p:cNvSpPr>
          <p:nvPr>
            <p:ph sz="quarter" idx="19"/>
          </p:nvPr>
        </p:nvSpPr>
        <p:spPr>
          <a:xfrm>
            <a:off x="6206332" y="3988531"/>
            <a:ext cx="5400675" cy="2286000"/>
          </a:xfrm>
          <a:solidFill>
            <a:schemeClr val="accent6"/>
          </a:solidFill>
        </p:spPr>
        <p:txBody>
          <a:bodyPr lIns="216000" tIns="216000" rIns="216000" bIns="216000" anchor="t" anchorCtr="0">
            <a:noAutofit/>
          </a:bodyPr>
          <a:lstStyle>
            <a:lvl1pPr marL="0">
              <a:lnSpc>
                <a:spcPct val="110000"/>
              </a:lnSpc>
              <a:spcBef>
                <a:spcPts val="600"/>
              </a:spcBef>
              <a:buFont typeface="Arial" panose="020B0604020202020204" pitchFamily="34" charset="0"/>
              <a:buNone/>
              <a:defRPr sz="1300">
                <a:solidFill>
                  <a:schemeClr val="bg1"/>
                </a:solidFill>
              </a:defRPr>
            </a:lvl1pPr>
            <a:lvl2pPr>
              <a:defRPr sz="1600">
                <a:solidFill>
                  <a:schemeClr val="bg1"/>
                </a:solidFill>
                <a:latin typeface="+mj-lt"/>
                <a:cs typeface="+mj-lt"/>
              </a:defRPr>
            </a:lvl2pPr>
            <a:lvl3pPr>
              <a:defRPr sz="3600">
                <a:solidFill>
                  <a:schemeClr val="accent1"/>
                </a:solidFill>
                <a:latin typeface="+mj-lt"/>
                <a:cs typeface="+mj-lt"/>
              </a:defRPr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 dirty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900417535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4BoxIntroV2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9"/>
          <p:cNvSpPr>
            <a:spLocks noGrp="1"/>
          </p:cNvSpPr>
          <p:nvPr>
            <p:ph sz="quarter" idx="17"/>
          </p:nvPr>
        </p:nvSpPr>
        <p:spPr>
          <a:xfrm>
            <a:off x="3395662" y="1941920"/>
            <a:ext cx="2592267" cy="4331880"/>
          </a:xfrm>
          <a:prstGeom prst="rect">
            <a:avLst/>
          </a:prstGeom>
          <a:solidFill>
            <a:schemeClr val="accent6"/>
          </a:solidFill>
          <a:ln w="12700">
            <a:noFill/>
          </a:ln>
        </p:spPr>
        <p:txBody>
          <a:bodyPr lIns="216000" tIns="216000" rIns="216000" bIns="216000" anchor="t" anchorCtr="0">
            <a:noAutofit/>
          </a:bodyPr>
          <a:lstStyle>
            <a:lvl1pPr marL="0">
              <a:lnSpc>
                <a:spcPct val="110000"/>
              </a:lnSpc>
              <a:spcBef>
                <a:spcPts val="600"/>
              </a:spcBef>
              <a:buFont typeface="Arial" panose="020B0604020202020204" pitchFamily="34" charset="0"/>
              <a:buNone/>
              <a:defRPr sz="1300">
                <a:solidFill>
                  <a:schemeClr val="bg1"/>
                </a:solidFill>
              </a:defRPr>
            </a:lvl1pPr>
            <a:lvl2pPr>
              <a:defRPr sz="1600">
                <a:solidFill>
                  <a:schemeClr val="bg1"/>
                </a:solidFill>
                <a:latin typeface="+mj-lt"/>
                <a:cs typeface="+mj-lt"/>
              </a:defRPr>
            </a:lvl2pPr>
            <a:lvl3pPr>
              <a:defRPr sz="3600">
                <a:solidFill>
                  <a:schemeClr val="accent1"/>
                </a:solidFill>
                <a:latin typeface="+mj-lt"/>
                <a:cs typeface="+mj-lt"/>
              </a:defRPr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Content Placeholder 9"/>
          <p:cNvSpPr>
            <a:spLocks noGrp="1"/>
          </p:cNvSpPr>
          <p:nvPr>
            <p:ph sz="quarter" idx="21"/>
          </p:nvPr>
        </p:nvSpPr>
        <p:spPr>
          <a:xfrm>
            <a:off x="587375" y="1941920"/>
            <a:ext cx="2592387" cy="4331880"/>
          </a:xfrm>
          <a:prstGeom prst="rect">
            <a:avLst/>
          </a:prstGeom>
          <a:solidFill>
            <a:schemeClr val="accent6"/>
          </a:solidFill>
          <a:ln w="12700">
            <a:noFill/>
          </a:ln>
        </p:spPr>
        <p:txBody>
          <a:bodyPr lIns="216000" tIns="216000" rIns="216000" bIns="216000" anchor="t" anchorCtr="0">
            <a:noAutofit/>
          </a:bodyPr>
          <a:lstStyle>
            <a:lvl1pPr marL="0">
              <a:lnSpc>
                <a:spcPct val="110000"/>
              </a:lnSpc>
              <a:spcBef>
                <a:spcPts val="600"/>
              </a:spcBef>
              <a:buFont typeface="Arial" panose="020B0604020202020204" pitchFamily="34" charset="0"/>
              <a:buNone/>
              <a:defRPr sz="1300">
                <a:solidFill>
                  <a:schemeClr val="bg1"/>
                </a:solidFill>
              </a:defRPr>
            </a:lvl1pPr>
            <a:lvl2pPr>
              <a:defRPr sz="1600">
                <a:solidFill>
                  <a:schemeClr val="bg1"/>
                </a:solidFill>
                <a:latin typeface="+mj-lt"/>
                <a:cs typeface="+mj-lt"/>
              </a:defRPr>
            </a:lvl2pPr>
            <a:lvl3pPr>
              <a:defRPr sz="3600">
                <a:solidFill>
                  <a:schemeClr val="accent1"/>
                </a:solidFill>
                <a:latin typeface="+mj-lt"/>
                <a:cs typeface="+mj-lt"/>
              </a:defRPr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9"/>
          <p:cNvSpPr>
            <a:spLocks noGrp="1"/>
          </p:cNvSpPr>
          <p:nvPr>
            <p:ph sz="quarter" idx="19"/>
          </p:nvPr>
        </p:nvSpPr>
        <p:spPr>
          <a:xfrm>
            <a:off x="6203949" y="1941920"/>
            <a:ext cx="2592267" cy="4331880"/>
          </a:xfrm>
          <a:prstGeom prst="rect">
            <a:avLst/>
          </a:prstGeom>
          <a:solidFill>
            <a:schemeClr val="accent6"/>
          </a:solidFill>
          <a:ln w="12700">
            <a:noFill/>
          </a:ln>
        </p:spPr>
        <p:txBody>
          <a:bodyPr lIns="216000" tIns="216000" rIns="216000" bIns="216000" anchor="t" anchorCtr="0">
            <a:noAutofit/>
          </a:bodyPr>
          <a:lstStyle>
            <a:lvl1pPr marL="0">
              <a:lnSpc>
                <a:spcPct val="110000"/>
              </a:lnSpc>
              <a:spcBef>
                <a:spcPts val="600"/>
              </a:spcBef>
              <a:buFont typeface="Arial" panose="020B0604020202020204" pitchFamily="34" charset="0"/>
              <a:buNone/>
              <a:defRPr sz="1300">
                <a:solidFill>
                  <a:schemeClr val="bg1"/>
                </a:solidFill>
              </a:defRPr>
            </a:lvl1pPr>
            <a:lvl2pPr>
              <a:defRPr sz="1600">
                <a:solidFill>
                  <a:schemeClr val="bg1"/>
                </a:solidFill>
                <a:latin typeface="+mj-lt"/>
                <a:cs typeface="+mj-lt"/>
              </a:defRPr>
            </a:lvl2pPr>
            <a:lvl3pPr>
              <a:defRPr sz="3600">
                <a:solidFill>
                  <a:schemeClr val="accent1"/>
                </a:solidFill>
                <a:latin typeface="+mj-lt"/>
                <a:cs typeface="+mj-lt"/>
              </a:defRPr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Content Placeholder 9"/>
          <p:cNvSpPr>
            <a:spLocks noGrp="1"/>
          </p:cNvSpPr>
          <p:nvPr>
            <p:ph sz="quarter" idx="22"/>
          </p:nvPr>
        </p:nvSpPr>
        <p:spPr>
          <a:xfrm>
            <a:off x="9012357" y="1941920"/>
            <a:ext cx="2592267" cy="4331880"/>
          </a:xfrm>
          <a:prstGeom prst="rect">
            <a:avLst/>
          </a:prstGeom>
          <a:solidFill>
            <a:schemeClr val="accent6"/>
          </a:solidFill>
          <a:ln w="12700">
            <a:noFill/>
          </a:ln>
        </p:spPr>
        <p:txBody>
          <a:bodyPr lIns="216000" tIns="216000" rIns="216000" bIns="216000" anchor="t" anchorCtr="0">
            <a:noAutofit/>
          </a:bodyPr>
          <a:lstStyle>
            <a:lvl1pPr marL="0">
              <a:lnSpc>
                <a:spcPct val="110000"/>
              </a:lnSpc>
              <a:spcBef>
                <a:spcPts val="600"/>
              </a:spcBef>
              <a:buFont typeface="Arial" panose="020B0604020202020204" pitchFamily="34" charset="0"/>
              <a:buNone/>
              <a:defRPr sz="1300">
                <a:solidFill>
                  <a:schemeClr val="bg1"/>
                </a:solidFill>
              </a:defRPr>
            </a:lvl1pPr>
            <a:lvl2pPr>
              <a:defRPr sz="1600">
                <a:solidFill>
                  <a:schemeClr val="bg1"/>
                </a:solidFill>
                <a:latin typeface="+mj-lt"/>
                <a:cs typeface="+mj-lt"/>
              </a:defRPr>
            </a:lvl2pPr>
            <a:lvl3pPr>
              <a:defRPr sz="3600">
                <a:solidFill>
                  <a:schemeClr val="accent1"/>
                </a:solidFill>
                <a:latin typeface="+mj-lt"/>
                <a:cs typeface="+mj-lt"/>
              </a:defRPr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Intro Placeholder"/>
          <p:cNvSpPr>
            <a:spLocks noGrp="1"/>
          </p:cNvSpPr>
          <p:nvPr>
            <p:ph type="body" sz="quarter" idx="23"/>
          </p:nvPr>
        </p:nvSpPr>
        <p:spPr>
          <a:xfrm>
            <a:off x="588625" y="1296391"/>
            <a:ext cx="11016000" cy="422873"/>
          </a:xfrm>
        </p:spPr>
        <p:txBody>
          <a:bodyPr lIns="0" tIns="0" rIns="0" bIns="0">
            <a:noAutofit/>
          </a:bodyPr>
          <a:lstStyle>
            <a:lvl1pPr marL="0" indent="0">
              <a:lnSpc>
                <a:spcPct val="110000"/>
              </a:lnSpc>
              <a:spcBef>
                <a:spcPts val="600"/>
              </a:spcBef>
              <a:buNone/>
              <a:defRPr sz="13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intro text</a:t>
            </a:r>
          </a:p>
        </p:txBody>
      </p:sp>
      <p:sp>
        <p:nvSpPr>
          <p:cNvPr id="7" name="Title Placeholder"/>
          <p:cNvSpPr>
            <a:spLocks noGrp="1"/>
          </p:cNvSpPr>
          <p:nvPr>
            <p:ph type="title" hasCustomPrompt="1"/>
          </p:nvPr>
        </p:nvSpPr>
        <p:spPr>
          <a:xfrm>
            <a:off x="587375" y="601927"/>
            <a:ext cx="11017250" cy="470898"/>
          </a:xfrm>
          <a:prstGeom prst="rect">
            <a:avLst/>
          </a:prstGeom>
        </p:spPr>
        <p:txBody>
          <a:bodyPr vert="horz" wrap="square" lIns="0" tIns="0" rIns="0" bIns="0" rtlCol="0" anchor="ctr" anchorCtr="0">
            <a:noAutofit/>
          </a:bodyPr>
          <a:lstStyle>
            <a:lvl1pPr algn="l">
              <a:lnSpc>
                <a:spcPct val="85000"/>
              </a:lnSpc>
              <a:defRPr sz="3600" b="0" spc="-150" baseline="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4BoxV3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9">
            <a:extLst>
              <a:ext uri="{FF2B5EF4-FFF2-40B4-BE49-F238E27FC236}">
                <a16:creationId xmlns:a16="http://schemas.microsoft.com/office/drawing/2014/main" id="{BC6F658A-7D5B-64CD-244D-94A16F3EE3A6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587125" y="1484999"/>
            <a:ext cx="5400925" cy="3312426"/>
          </a:xfrm>
          <a:noFill/>
        </p:spPr>
        <p:txBody>
          <a:bodyPr lIns="216000" tIns="216000" rIns="216000" bIns="216000" anchor="t" anchorCtr="0">
            <a:noAutofit/>
          </a:bodyPr>
          <a:lstStyle>
            <a:lvl1pPr marL="0">
              <a:lnSpc>
                <a:spcPct val="110000"/>
              </a:lnSpc>
              <a:spcBef>
                <a:spcPts val="600"/>
              </a:spcBef>
              <a:buFont typeface="Arial" panose="020B0604020202020204" pitchFamily="34" charset="0"/>
              <a:buNone/>
              <a:defRPr sz="1300">
                <a:solidFill>
                  <a:schemeClr val="tx1"/>
                </a:solidFill>
              </a:defRPr>
            </a:lvl1pPr>
            <a:lvl2pPr>
              <a:defRPr sz="1600">
                <a:solidFill>
                  <a:schemeClr val="tx1"/>
                </a:solidFill>
                <a:latin typeface="+mj-lt"/>
                <a:cs typeface="+mj-lt"/>
              </a:defRPr>
            </a:lvl2pPr>
            <a:lvl3pPr>
              <a:defRPr sz="3600">
                <a:solidFill>
                  <a:schemeClr val="accent1"/>
                </a:solidFill>
                <a:latin typeface="+mj-lt"/>
                <a:cs typeface="+mj-lt"/>
              </a:defRPr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Content Placeholder 9">
            <a:extLst>
              <a:ext uri="{FF2B5EF4-FFF2-40B4-BE49-F238E27FC236}">
                <a16:creationId xmlns:a16="http://schemas.microsoft.com/office/drawing/2014/main" id="{839ADCA9-5DBB-54EF-C3F2-6EB53E34100C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6203950" y="1484313"/>
            <a:ext cx="5400675" cy="3313112"/>
          </a:xfrm>
          <a:noFill/>
        </p:spPr>
        <p:txBody>
          <a:bodyPr lIns="216000" tIns="216000" rIns="216000" bIns="216000" anchor="t" anchorCtr="0">
            <a:noAutofit/>
          </a:bodyPr>
          <a:lstStyle>
            <a:lvl1pPr marL="0">
              <a:lnSpc>
                <a:spcPct val="110000"/>
              </a:lnSpc>
              <a:spcBef>
                <a:spcPts val="600"/>
              </a:spcBef>
              <a:buFont typeface="Arial" panose="020B0604020202020204" pitchFamily="34" charset="0"/>
              <a:buNone/>
              <a:defRPr sz="1300">
                <a:solidFill>
                  <a:schemeClr val="tx1"/>
                </a:solidFill>
              </a:defRPr>
            </a:lvl1pPr>
            <a:lvl2pPr>
              <a:defRPr sz="1600">
                <a:solidFill>
                  <a:schemeClr val="tx1"/>
                </a:solidFill>
                <a:latin typeface="+mj-lt"/>
                <a:cs typeface="+mj-lt"/>
              </a:defRPr>
            </a:lvl2pPr>
            <a:lvl3pPr>
              <a:defRPr sz="3600">
                <a:solidFill>
                  <a:schemeClr val="accent1"/>
                </a:solidFill>
                <a:latin typeface="+mj-lt"/>
                <a:cs typeface="+mj-lt"/>
              </a:defRPr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9" name="Title Placeholder">
            <a:extLst>
              <a:ext uri="{FF2B5EF4-FFF2-40B4-BE49-F238E27FC236}">
                <a16:creationId xmlns:a16="http://schemas.microsoft.com/office/drawing/2014/main" id="{48B9B565-4127-1749-CC94-387CE3F7E35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87375" y="603029"/>
            <a:ext cx="11017250" cy="470898"/>
          </a:xfrm>
          <a:prstGeom prst="rect">
            <a:avLst/>
          </a:prstGeom>
        </p:spPr>
        <p:txBody>
          <a:bodyPr vert="horz" wrap="square" lIns="0" tIns="0" rIns="0" bIns="0" rtlCol="0" anchor="t" anchorCtr="0">
            <a:noAutofit/>
          </a:bodyPr>
          <a:lstStyle>
            <a:lvl1pPr algn="l">
              <a:lnSpc>
                <a:spcPct val="85000"/>
              </a:lnSpc>
              <a:defRPr sz="3600" b="0" spc="-151" baseline="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Click To Edit Master Text</a:t>
            </a:r>
            <a:r>
              <a:rPr lang="ru-RU" dirty="0"/>
              <a:t> </a:t>
            </a:r>
            <a:r>
              <a:rPr lang="en-US" dirty="0"/>
              <a:t>Styles</a:t>
            </a:r>
            <a:endParaRPr lang="ru-RU" dirty="0"/>
          </a:p>
        </p:txBody>
      </p:sp>
      <p:sp>
        <p:nvSpPr>
          <p:cNvPr id="16" name="Content Placeholder 9">
            <a:extLst>
              <a:ext uri="{FF2B5EF4-FFF2-40B4-BE49-F238E27FC236}">
                <a16:creationId xmlns:a16="http://schemas.microsoft.com/office/drawing/2014/main" id="{98B8ACA8-6DA6-BF4B-F8AF-A74B5D41FA52}"/>
              </a:ext>
            </a:extLst>
          </p:cNvPr>
          <p:cNvSpPr>
            <a:spLocks noGrp="1"/>
          </p:cNvSpPr>
          <p:nvPr>
            <p:ph sz="quarter" idx="18"/>
          </p:nvPr>
        </p:nvSpPr>
        <p:spPr>
          <a:xfrm>
            <a:off x="587376" y="5013172"/>
            <a:ext cx="5400925" cy="1259755"/>
          </a:xfrm>
          <a:noFill/>
          <a:ln w="12700">
            <a:solidFill>
              <a:schemeClr val="accent1"/>
            </a:solidFill>
          </a:ln>
        </p:spPr>
        <p:txBody>
          <a:bodyPr lIns="216000" tIns="216000" rIns="216000" bIns="216000" anchor="t" anchorCtr="0">
            <a:noAutofit/>
          </a:bodyPr>
          <a:lstStyle>
            <a:lvl1pPr marL="0">
              <a:lnSpc>
                <a:spcPct val="110000"/>
              </a:lnSpc>
              <a:spcBef>
                <a:spcPts val="600"/>
              </a:spcBef>
              <a:buFont typeface="Arial" panose="020B0604020202020204" pitchFamily="34" charset="0"/>
              <a:buNone/>
              <a:defRPr sz="1300">
                <a:solidFill>
                  <a:schemeClr val="tx1"/>
                </a:solidFill>
              </a:defRPr>
            </a:lvl1pPr>
            <a:lvl2pPr>
              <a:defRPr sz="1600">
                <a:solidFill>
                  <a:schemeClr val="tx1"/>
                </a:solidFill>
                <a:latin typeface="+mj-lt"/>
                <a:cs typeface="+mj-lt"/>
              </a:defRPr>
            </a:lvl2pPr>
            <a:lvl3pPr>
              <a:defRPr sz="3600">
                <a:solidFill>
                  <a:schemeClr val="accent1"/>
                </a:solidFill>
                <a:latin typeface="+mj-lt"/>
                <a:cs typeface="+mj-lt"/>
              </a:defRPr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Content Placeholder 9">
            <a:extLst>
              <a:ext uri="{FF2B5EF4-FFF2-40B4-BE49-F238E27FC236}">
                <a16:creationId xmlns:a16="http://schemas.microsoft.com/office/drawing/2014/main" id="{8133A26D-9D2D-88BC-2CDC-11B4932049F4}"/>
              </a:ext>
            </a:extLst>
          </p:cNvPr>
          <p:cNvSpPr>
            <a:spLocks noGrp="1"/>
          </p:cNvSpPr>
          <p:nvPr>
            <p:ph sz="quarter" idx="19"/>
          </p:nvPr>
        </p:nvSpPr>
        <p:spPr>
          <a:xfrm>
            <a:off x="6203950" y="5013325"/>
            <a:ext cx="5400675" cy="1260016"/>
          </a:xfrm>
          <a:noFill/>
          <a:ln w="12700">
            <a:solidFill>
              <a:schemeClr val="accent1"/>
            </a:solidFill>
          </a:ln>
        </p:spPr>
        <p:txBody>
          <a:bodyPr lIns="216000" tIns="216000" rIns="216000" bIns="216000" anchor="t" anchorCtr="0">
            <a:noAutofit/>
          </a:bodyPr>
          <a:lstStyle>
            <a:lvl1pPr marL="0">
              <a:lnSpc>
                <a:spcPct val="110000"/>
              </a:lnSpc>
              <a:spcBef>
                <a:spcPts val="600"/>
              </a:spcBef>
              <a:buFont typeface="Arial" panose="020B0604020202020204" pitchFamily="34" charset="0"/>
              <a:buNone/>
              <a:defRPr sz="1300">
                <a:solidFill>
                  <a:schemeClr val="tx1"/>
                </a:solidFill>
              </a:defRPr>
            </a:lvl1pPr>
            <a:lvl2pPr>
              <a:defRPr sz="1600">
                <a:solidFill>
                  <a:schemeClr val="tx1"/>
                </a:solidFill>
                <a:latin typeface="+mj-lt"/>
                <a:cs typeface="+mj-lt"/>
              </a:defRPr>
            </a:lvl2pPr>
            <a:lvl3pPr>
              <a:defRPr sz="3600">
                <a:solidFill>
                  <a:schemeClr val="accent1"/>
                </a:solidFill>
                <a:latin typeface="+mj-lt"/>
                <a:cs typeface="+mj-lt"/>
              </a:defRPr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405442777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4BoxIntroV3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9"/>
          <p:cNvSpPr>
            <a:spLocks noGrp="1"/>
          </p:cNvSpPr>
          <p:nvPr>
            <p:ph sz="quarter" idx="18"/>
          </p:nvPr>
        </p:nvSpPr>
        <p:spPr>
          <a:xfrm>
            <a:off x="587377" y="5013325"/>
            <a:ext cx="5400000" cy="1251502"/>
          </a:xfrm>
          <a:prstGeom prst="rect">
            <a:avLst/>
          </a:prstGeom>
          <a:noFill/>
          <a:ln w="12700">
            <a:solidFill>
              <a:schemeClr val="accent1"/>
            </a:solidFill>
          </a:ln>
        </p:spPr>
        <p:txBody>
          <a:bodyPr lIns="216000" tIns="216000" rIns="216000" bIns="216000" anchor="t" anchorCtr="0">
            <a:noAutofit/>
          </a:bodyPr>
          <a:lstStyle>
            <a:lvl1pPr marL="0">
              <a:lnSpc>
                <a:spcPct val="110000"/>
              </a:lnSpc>
              <a:spcBef>
                <a:spcPts val="600"/>
              </a:spcBef>
              <a:buFont typeface="Arial" panose="020B0604020202020204" pitchFamily="34" charset="0"/>
              <a:buNone/>
              <a:defRPr sz="1300">
                <a:solidFill>
                  <a:schemeClr val="tx1"/>
                </a:solidFill>
              </a:defRPr>
            </a:lvl1pPr>
            <a:lvl2pPr>
              <a:defRPr sz="1600">
                <a:solidFill>
                  <a:schemeClr val="tx1"/>
                </a:solidFill>
                <a:latin typeface="+mj-lt"/>
                <a:cs typeface="+mj-lt"/>
              </a:defRPr>
            </a:lvl2pPr>
            <a:lvl3pPr>
              <a:defRPr sz="3600">
                <a:solidFill>
                  <a:schemeClr val="accent1"/>
                </a:solidFill>
                <a:latin typeface="+mj-lt"/>
                <a:cs typeface="+mj-lt"/>
              </a:defRPr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Content Placeholder 9"/>
          <p:cNvSpPr>
            <a:spLocks noGrp="1"/>
          </p:cNvSpPr>
          <p:nvPr>
            <p:ph sz="quarter" idx="36"/>
          </p:nvPr>
        </p:nvSpPr>
        <p:spPr>
          <a:xfrm>
            <a:off x="6203950" y="5013325"/>
            <a:ext cx="5400000" cy="1251502"/>
          </a:xfrm>
          <a:prstGeom prst="rect">
            <a:avLst/>
          </a:prstGeom>
          <a:noFill/>
          <a:ln w="12700">
            <a:solidFill>
              <a:schemeClr val="accent1"/>
            </a:solidFill>
          </a:ln>
        </p:spPr>
        <p:txBody>
          <a:bodyPr lIns="216000" tIns="216000" rIns="216000" bIns="216000" anchor="t" anchorCtr="0">
            <a:noAutofit/>
          </a:bodyPr>
          <a:lstStyle>
            <a:lvl1pPr marL="0">
              <a:lnSpc>
                <a:spcPct val="110000"/>
              </a:lnSpc>
              <a:spcBef>
                <a:spcPts val="600"/>
              </a:spcBef>
              <a:buFont typeface="Arial" panose="020B0604020202020204" pitchFamily="34" charset="0"/>
              <a:buNone/>
              <a:defRPr sz="1300">
                <a:solidFill>
                  <a:schemeClr val="tx1"/>
                </a:solidFill>
              </a:defRPr>
            </a:lvl1pPr>
            <a:lvl2pPr>
              <a:defRPr sz="1600">
                <a:solidFill>
                  <a:schemeClr val="tx1"/>
                </a:solidFill>
                <a:latin typeface="+mj-lt"/>
                <a:cs typeface="+mj-lt"/>
              </a:defRPr>
            </a:lvl2pPr>
            <a:lvl3pPr>
              <a:defRPr sz="3600">
                <a:solidFill>
                  <a:schemeClr val="accent1"/>
                </a:solidFill>
                <a:latin typeface="+mj-lt"/>
                <a:cs typeface="+mj-lt"/>
              </a:defRPr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9"/>
          <p:cNvSpPr>
            <a:spLocks noGrp="1"/>
          </p:cNvSpPr>
          <p:nvPr>
            <p:ph sz="quarter" idx="39"/>
          </p:nvPr>
        </p:nvSpPr>
        <p:spPr>
          <a:xfrm>
            <a:off x="6203950" y="1941920"/>
            <a:ext cx="5401164" cy="2852598"/>
          </a:xfrm>
          <a:prstGeom prst="rect">
            <a:avLst/>
          </a:prstGeom>
          <a:noFill/>
          <a:ln w="12700">
            <a:solidFill>
              <a:schemeClr val="accent1"/>
            </a:solidFill>
          </a:ln>
        </p:spPr>
        <p:txBody>
          <a:bodyPr lIns="216000" tIns="216000" rIns="216000" bIns="216000" anchor="t" anchorCtr="0">
            <a:noAutofit/>
          </a:bodyPr>
          <a:lstStyle>
            <a:lvl1pPr marL="0">
              <a:lnSpc>
                <a:spcPct val="110000"/>
              </a:lnSpc>
              <a:spcBef>
                <a:spcPts val="600"/>
              </a:spcBef>
              <a:buFont typeface="Arial" panose="020B0604020202020204" pitchFamily="34" charset="0"/>
              <a:buNone/>
              <a:defRPr sz="1300">
                <a:solidFill>
                  <a:schemeClr val="tx1"/>
                </a:solidFill>
              </a:defRPr>
            </a:lvl1pPr>
            <a:lvl2pPr>
              <a:defRPr sz="1600">
                <a:solidFill>
                  <a:schemeClr val="tx1"/>
                </a:solidFill>
                <a:latin typeface="+mj-lt"/>
                <a:cs typeface="+mj-lt"/>
              </a:defRPr>
            </a:lvl2pPr>
            <a:lvl3pPr>
              <a:defRPr sz="3600">
                <a:solidFill>
                  <a:schemeClr val="accent1"/>
                </a:solidFill>
                <a:latin typeface="+mj-lt"/>
                <a:cs typeface="+mj-lt"/>
              </a:defRPr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Content Placeholder 9"/>
          <p:cNvSpPr>
            <a:spLocks noGrp="1"/>
          </p:cNvSpPr>
          <p:nvPr>
            <p:ph sz="quarter" idx="21"/>
          </p:nvPr>
        </p:nvSpPr>
        <p:spPr>
          <a:xfrm>
            <a:off x="587376" y="1941920"/>
            <a:ext cx="5398291" cy="2852598"/>
          </a:xfrm>
          <a:prstGeom prst="rect">
            <a:avLst/>
          </a:prstGeom>
          <a:noFill/>
          <a:ln w="12700">
            <a:solidFill>
              <a:schemeClr val="accent1"/>
            </a:solidFill>
          </a:ln>
        </p:spPr>
        <p:txBody>
          <a:bodyPr lIns="216000" tIns="216000" rIns="216000" bIns="216000" anchor="t" anchorCtr="0">
            <a:noAutofit/>
          </a:bodyPr>
          <a:lstStyle>
            <a:lvl1pPr marL="0">
              <a:lnSpc>
                <a:spcPct val="110000"/>
              </a:lnSpc>
              <a:spcBef>
                <a:spcPts val="600"/>
              </a:spcBef>
              <a:buFont typeface="Arial" panose="020B0604020202020204" pitchFamily="34" charset="0"/>
              <a:buNone/>
              <a:defRPr sz="1300">
                <a:solidFill>
                  <a:schemeClr val="tx1"/>
                </a:solidFill>
              </a:defRPr>
            </a:lvl1pPr>
            <a:lvl2pPr>
              <a:defRPr sz="1600">
                <a:solidFill>
                  <a:schemeClr val="tx1"/>
                </a:solidFill>
                <a:latin typeface="+mj-lt"/>
                <a:cs typeface="+mj-lt"/>
              </a:defRPr>
            </a:lvl2pPr>
            <a:lvl3pPr>
              <a:defRPr sz="3600">
                <a:solidFill>
                  <a:schemeClr val="accent1"/>
                </a:solidFill>
                <a:latin typeface="+mj-lt"/>
                <a:cs typeface="+mj-lt"/>
              </a:defRPr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Intro Placeholder"/>
          <p:cNvSpPr>
            <a:spLocks noGrp="1"/>
          </p:cNvSpPr>
          <p:nvPr>
            <p:ph type="body" sz="quarter" idx="19"/>
          </p:nvPr>
        </p:nvSpPr>
        <p:spPr>
          <a:xfrm>
            <a:off x="588625" y="1296391"/>
            <a:ext cx="11016000" cy="422873"/>
          </a:xfrm>
        </p:spPr>
        <p:txBody>
          <a:bodyPr lIns="0" tIns="0" rIns="0" bIns="0">
            <a:noAutofit/>
          </a:bodyPr>
          <a:lstStyle>
            <a:lvl1pPr marL="0" indent="0">
              <a:lnSpc>
                <a:spcPct val="110000"/>
              </a:lnSpc>
              <a:spcBef>
                <a:spcPts val="600"/>
              </a:spcBef>
              <a:buNone/>
              <a:defRPr sz="1300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to edit intro text</a:t>
            </a:r>
          </a:p>
        </p:txBody>
      </p:sp>
      <p:sp>
        <p:nvSpPr>
          <p:cNvPr id="7" name="Title Placeholder"/>
          <p:cNvSpPr>
            <a:spLocks noGrp="1"/>
          </p:cNvSpPr>
          <p:nvPr>
            <p:ph type="title" hasCustomPrompt="1"/>
          </p:nvPr>
        </p:nvSpPr>
        <p:spPr>
          <a:xfrm>
            <a:off x="587375" y="601927"/>
            <a:ext cx="11017250" cy="470898"/>
          </a:xfrm>
          <a:prstGeom prst="rect">
            <a:avLst/>
          </a:prstGeom>
        </p:spPr>
        <p:txBody>
          <a:bodyPr vert="horz" wrap="square" lIns="0" tIns="0" rIns="0" bIns="0" rtlCol="0" anchor="ctr" anchorCtr="0">
            <a:noAutofit/>
          </a:bodyPr>
          <a:lstStyle>
            <a:lvl1pPr algn="l">
              <a:lnSpc>
                <a:spcPct val="85000"/>
              </a:lnSpc>
              <a:defRPr sz="3600" b="0" spc="-150" baseline="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5BoxV1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9">
            <a:extLst>
              <a:ext uri="{FF2B5EF4-FFF2-40B4-BE49-F238E27FC236}">
                <a16:creationId xmlns:a16="http://schemas.microsoft.com/office/drawing/2014/main" id="{869B5C48-DCC9-8553-4B07-B68CBD8B1512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2837688" y="1484313"/>
            <a:ext cx="2016000" cy="4780514"/>
          </a:xfrm>
          <a:prstGeom prst="rect">
            <a:avLst/>
          </a:prstGeom>
          <a:noFill/>
          <a:ln w="12700">
            <a:solidFill>
              <a:schemeClr val="accent1"/>
            </a:solidFill>
          </a:ln>
        </p:spPr>
        <p:txBody>
          <a:bodyPr lIns="216000" tIns="216000" rIns="216000" bIns="216000" anchor="t" anchorCtr="0">
            <a:noAutofit/>
          </a:bodyPr>
          <a:lstStyle>
            <a:lvl1pPr marL="0">
              <a:lnSpc>
                <a:spcPct val="110000"/>
              </a:lnSpc>
              <a:spcBef>
                <a:spcPts val="600"/>
              </a:spcBef>
              <a:buFont typeface="Arial" panose="020B0604020202020204" pitchFamily="34" charset="0"/>
              <a:buNone/>
              <a:defRPr sz="1400">
                <a:solidFill>
                  <a:schemeClr val="tx1"/>
                </a:solidFill>
              </a:defRPr>
            </a:lvl1pPr>
            <a:lvl2pPr>
              <a:defRPr sz="1600">
                <a:solidFill>
                  <a:schemeClr val="tx1"/>
                </a:solidFill>
                <a:latin typeface="+mj-lt"/>
                <a:cs typeface="+mj-lt"/>
              </a:defRPr>
            </a:lvl2pPr>
            <a:lvl3pPr>
              <a:defRPr sz="3600">
                <a:solidFill>
                  <a:schemeClr val="accent1"/>
                </a:solidFill>
                <a:latin typeface="+mj-lt"/>
                <a:cs typeface="+mj-lt"/>
              </a:defRPr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9">
            <a:extLst>
              <a:ext uri="{FF2B5EF4-FFF2-40B4-BE49-F238E27FC236}">
                <a16:creationId xmlns:a16="http://schemas.microsoft.com/office/drawing/2014/main" id="{BC6F658A-7D5B-64CD-244D-94A16F3EE3A6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587376" y="1484433"/>
            <a:ext cx="2016000" cy="4779524"/>
          </a:xfrm>
          <a:prstGeom prst="rect">
            <a:avLst/>
          </a:prstGeom>
          <a:noFill/>
          <a:ln w="12700">
            <a:solidFill>
              <a:schemeClr val="accent1"/>
            </a:solidFill>
          </a:ln>
        </p:spPr>
        <p:txBody>
          <a:bodyPr lIns="216000" tIns="216000" rIns="216000" bIns="216000" anchor="t" anchorCtr="0">
            <a:noAutofit/>
          </a:bodyPr>
          <a:lstStyle>
            <a:lvl1pPr marL="0">
              <a:lnSpc>
                <a:spcPct val="110000"/>
              </a:lnSpc>
              <a:spcBef>
                <a:spcPts val="600"/>
              </a:spcBef>
              <a:buFont typeface="Arial" panose="020B0604020202020204" pitchFamily="34" charset="0"/>
              <a:buNone/>
              <a:defRPr sz="1400">
                <a:solidFill>
                  <a:schemeClr val="tx1"/>
                </a:solidFill>
              </a:defRPr>
            </a:lvl1pPr>
            <a:lvl2pPr>
              <a:defRPr sz="1600">
                <a:solidFill>
                  <a:schemeClr val="tx1"/>
                </a:solidFill>
                <a:latin typeface="+mj-lt"/>
                <a:cs typeface="+mj-lt"/>
              </a:defRPr>
            </a:lvl2pPr>
            <a:lvl3pPr>
              <a:defRPr sz="3600">
                <a:solidFill>
                  <a:schemeClr val="accent1"/>
                </a:solidFill>
                <a:latin typeface="+mj-lt"/>
                <a:cs typeface="+mj-lt"/>
              </a:defRPr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Content Placeholder 9">
            <a:extLst>
              <a:ext uri="{FF2B5EF4-FFF2-40B4-BE49-F238E27FC236}">
                <a16:creationId xmlns:a16="http://schemas.microsoft.com/office/drawing/2014/main" id="{839ADCA9-5DBB-54EF-C3F2-6EB53E34100C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5088000" y="1484313"/>
            <a:ext cx="2016000" cy="4780514"/>
          </a:xfrm>
          <a:prstGeom prst="rect">
            <a:avLst/>
          </a:prstGeom>
          <a:noFill/>
          <a:ln w="12700">
            <a:solidFill>
              <a:schemeClr val="accent1"/>
            </a:solidFill>
          </a:ln>
        </p:spPr>
        <p:txBody>
          <a:bodyPr lIns="216000" tIns="216000" rIns="216000" bIns="216000" anchor="t" anchorCtr="0">
            <a:noAutofit/>
          </a:bodyPr>
          <a:lstStyle>
            <a:lvl1pPr marL="0">
              <a:lnSpc>
                <a:spcPct val="110000"/>
              </a:lnSpc>
              <a:spcBef>
                <a:spcPts val="600"/>
              </a:spcBef>
              <a:buFont typeface="Arial" panose="020B0604020202020204" pitchFamily="34" charset="0"/>
              <a:buNone/>
              <a:defRPr sz="1400">
                <a:solidFill>
                  <a:schemeClr val="tx1"/>
                </a:solidFill>
              </a:defRPr>
            </a:lvl1pPr>
            <a:lvl2pPr>
              <a:defRPr sz="1600">
                <a:solidFill>
                  <a:schemeClr val="tx1"/>
                </a:solidFill>
                <a:latin typeface="+mj-lt"/>
                <a:cs typeface="+mj-lt"/>
              </a:defRPr>
            </a:lvl2pPr>
            <a:lvl3pPr>
              <a:defRPr sz="3600">
                <a:solidFill>
                  <a:schemeClr val="accent1"/>
                </a:solidFill>
                <a:latin typeface="+mj-lt"/>
                <a:cs typeface="+mj-lt"/>
              </a:defRPr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itle Placeholder">
            <a:extLst>
              <a:ext uri="{FF2B5EF4-FFF2-40B4-BE49-F238E27FC236}">
                <a16:creationId xmlns:a16="http://schemas.microsoft.com/office/drawing/2014/main" id="{48B9B565-4127-1749-CC94-387CE3F7E35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87375" y="593173"/>
            <a:ext cx="11017250" cy="470898"/>
          </a:xfrm>
          <a:prstGeom prst="rect">
            <a:avLst/>
          </a:prstGeom>
        </p:spPr>
        <p:txBody>
          <a:bodyPr vert="horz" wrap="square" lIns="0" tIns="0" rIns="0" bIns="0" rtlCol="0" anchor="ctr" anchorCtr="0">
            <a:noAutofit/>
          </a:bodyPr>
          <a:lstStyle>
            <a:lvl1pPr algn="l">
              <a:lnSpc>
                <a:spcPct val="85000"/>
              </a:lnSpc>
              <a:defRPr sz="3600" b="0" spc="-150" baseline="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Click To Edit Master Text</a:t>
            </a:r>
            <a:r>
              <a:rPr lang="ru-RU" dirty="0"/>
              <a:t> </a:t>
            </a:r>
            <a:r>
              <a:rPr lang="en-US" dirty="0"/>
              <a:t>Styles</a:t>
            </a:r>
            <a:endParaRPr lang="ru-RU" dirty="0"/>
          </a:p>
        </p:txBody>
      </p:sp>
      <p:sp>
        <p:nvSpPr>
          <p:cNvPr id="11" name="Content Placeholder 9">
            <a:extLst>
              <a:ext uri="{FF2B5EF4-FFF2-40B4-BE49-F238E27FC236}">
                <a16:creationId xmlns:a16="http://schemas.microsoft.com/office/drawing/2014/main" id="{A39762DC-F32E-4312-37A4-5EDA389CDD92}"/>
              </a:ext>
            </a:extLst>
          </p:cNvPr>
          <p:cNvSpPr>
            <a:spLocks noGrp="1"/>
          </p:cNvSpPr>
          <p:nvPr>
            <p:ph sz="quarter" idx="16"/>
          </p:nvPr>
        </p:nvSpPr>
        <p:spPr>
          <a:xfrm>
            <a:off x="7338312" y="1484313"/>
            <a:ext cx="2016000" cy="4780514"/>
          </a:xfrm>
          <a:prstGeom prst="rect">
            <a:avLst/>
          </a:prstGeom>
          <a:noFill/>
          <a:ln w="12700">
            <a:solidFill>
              <a:schemeClr val="accent1"/>
            </a:solidFill>
          </a:ln>
        </p:spPr>
        <p:txBody>
          <a:bodyPr lIns="216000" tIns="216000" rIns="216000" bIns="216000" anchor="t" anchorCtr="0">
            <a:noAutofit/>
          </a:bodyPr>
          <a:lstStyle>
            <a:lvl1pPr marL="0">
              <a:lnSpc>
                <a:spcPct val="110000"/>
              </a:lnSpc>
              <a:spcBef>
                <a:spcPts val="600"/>
              </a:spcBef>
              <a:buFont typeface="Arial" panose="020B0604020202020204" pitchFamily="34" charset="0"/>
              <a:buNone/>
              <a:defRPr sz="1400">
                <a:solidFill>
                  <a:schemeClr val="tx1"/>
                </a:solidFill>
              </a:defRPr>
            </a:lvl1pPr>
            <a:lvl2pPr>
              <a:defRPr sz="1600">
                <a:solidFill>
                  <a:schemeClr val="tx1"/>
                </a:solidFill>
                <a:latin typeface="+mj-lt"/>
                <a:cs typeface="+mj-lt"/>
              </a:defRPr>
            </a:lvl2pPr>
            <a:lvl3pPr>
              <a:defRPr sz="3600">
                <a:solidFill>
                  <a:schemeClr val="accent1"/>
                </a:solidFill>
                <a:latin typeface="+mj-lt"/>
                <a:cs typeface="+mj-lt"/>
              </a:defRPr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Content Placeholder 9">
            <a:extLst>
              <a:ext uri="{FF2B5EF4-FFF2-40B4-BE49-F238E27FC236}">
                <a16:creationId xmlns:a16="http://schemas.microsoft.com/office/drawing/2014/main" id="{0B6E4715-FC37-803D-1811-9EDAF51DD92D}"/>
              </a:ext>
            </a:extLst>
          </p:cNvPr>
          <p:cNvSpPr>
            <a:spLocks noGrp="1"/>
          </p:cNvSpPr>
          <p:nvPr>
            <p:ph sz="quarter" idx="17"/>
          </p:nvPr>
        </p:nvSpPr>
        <p:spPr>
          <a:xfrm>
            <a:off x="9588624" y="1484313"/>
            <a:ext cx="2016000" cy="4780514"/>
          </a:xfrm>
          <a:prstGeom prst="rect">
            <a:avLst/>
          </a:prstGeom>
          <a:noFill/>
          <a:ln w="12700">
            <a:solidFill>
              <a:schemeClr val="accent1"/>
            </a:solidFill>
          </a:ln>
        </p:spPr>
        <p:txBody>
          <a:bodyPr lIns="216000" tIns="216000" rIns="216000" bIns="216000" anchor="t" anchorCtr="0">
            <a:noAutofit/>
          </a:bodyPr>
          <a:lstStyle>
            <a:lvl1pPr marL="0">
              <a:lnSpc>
                <a:spcPct val="110000"/>
              </a:lnSpc>
              <a:spcBef>
                <a:spcPts val="600"/>
              </a:spcBef>
              <a:buFont typeface="Arial" panose="020B0604020202020204" pitchFamily="34" charset="0"/>
              <a:buNone/>
              <a:defRPr sz="1400">
                <a:solidFill>
                  <a:schemeClr val="tx1"/>
                </a:solidFill>
              </a:defRPr>
            </a:lvl1pPr>
            <a:lvl2pPr>
              <a:defRPr sz="1600">
                <a:solidFill>
                  <a:schemeClr val="tx1"/>
                </a:solidFill>
                <a:latin typeface="+mj-lt"/>
                <a:cs typeface="+mj-lt"/>
              </a:defRPr>
            </a:lvl2pPr>
            <a:lvl3pPr>
              <a:defRPr sz="3600">
                <a:solidFill>
                  <a:schemeClr val="accent1"/>
                </a:solidFill>
                <a:latin typeface="+mj-lt"/>
                <a:cs typeface="+mj-lt"/>
              </a:defRPr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746315088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5BoxIntroV1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9"/>
          <p:cNvSpPr>
            <a:spLocks noGrp="1"/>
          </p:cNvSpPr>
          <p:nvPr>
            <p:ph sz="quarter" idx="13"/>
          </p:nvPr>
        </p:nvSpPr>
        <p:spPr>
          <a:xfrm>
            <a:off x="2837688" y="1959882"/>
            <a:ext cx="2016000" cy="4312202"/>
          </a:xfrm>
          <a:prstGeom prst="rect">
            <a:avLst/>
          </a:prstGeom>
          <a:noFill/>
          <a:ln w="12700">
            <a:solidFill>
              <a:schemeClr val="accent1"/>
            </a:solidFill>
          </a:ln>
        </p:spPr>
        <p:txBody>
          <a:bodyPr lIns="216000" tIns="216000" rIns="216000" bIns="216000" anchor="t" anchorCtr="0">
            <a:noAutofit/>
          </a:bodyPr>
          <a:lstStyle>
            <a:lvl1pPr marL="0">
              <a:lnSpc>
                <a:spcPct val="110000"/>
              </a:lnSpc>
              <a:spcBef>
                <a:spcPts val="600"/>
              </a:spcBef>
              <a:buFont typeface="Arial" panose="020B0604020202020204" pitchFamily="34" charset="0"/>
              <a:buNone/>
              <a:defRPr sz="1400">
                <a:solidFill>
                  <a:schemeClr val="tx1"/>
                </a:solidFill>
              </a:defRPr>
            </a:lvl1pPr>
            <a:lvl2pPr>
              <a:defRPr sz="1600">
                <a:solidFill>
                  <a:schemeClr val="tx1"/>
                </a:solidFill>
                <a:latin typeface="+mj-lt"/>
                <a:cs typeface="+mj-lt"/>
              </a:defRPr>
            </a:lvl2pPr>
            <a:lvl3pPr>
              <a:defRPr sz="3600">
                <a:solidFill>
                  <a:schemeClr val="accent1"/>
                </a:solidFill>
                <a:latin typeface="+mj-lt"/>
                <a:cs typeface="+mj-lt"/>
              </a:defRPr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Content Placeholder 9"/>
          <p:cNvSpPr>
            <a:spLocks noGrp="1"/>
          </p:cNvSpPr>
          <p:nvPr>
            <p:ph sz="quarter" idx="14"/>
          </p:nvPr>
        </p:nvSpPr>
        <p:spPr>
          <a:xfrm>
            <a:off x="587376" y="1960775"/>
            <a:ext cx="2016000" cy="4311309"/>
          </a:xfrm>
          <a:prstGeom prst="rect">
            <a:avLst/>
          </a:prstGeom>
          <a:noFill/>
          <a:ln w="12700">
            <a:solidFill>
              <a:schemeClr val="accent1"/>
            </a:solidFill>
          </a:ln>
        </p:spPr>
        <p:txBody>
          <a:bodyPr lIns="216000" tIns="216000" rIns="216000" bIns="216000" anchor="t" anchorCtr="0">
            <a:noAutofit/>
          </a:bodyPr>
          <a:lstStyle>
            <a:lvl1pPr marL="0">
              <a:lnSpc>
                <a:spcPct val="110000"/>
              </a:lnSpc>
              <a:spcBef>
                <a:spcPts val="600"/>
              </a:spcBef>
              <a:buFont typeface="Arial" panose="020B0604020202020204" pitchFamily="34" charset="0"/>
              <a:buNone/>
              <a:defRPr sz="1400">
                <a:solidFill>
                  <a:schemeClr val="tx1"/>
                </a:solidFill>
              </a:defRPr>
            </a:lvl1pPr>
            <a:lvl2pPr>
              <a:defRPr sz="1600">
                <a:solidFill>
                  <a:schemeClr val="tx1"/>
                </a:solidFill>
                <a:latin typeface="+mj-lt"/>
                <a:cs typeface="+mj-lt"/>
              </a:defRPr>
            </a:lvl2pPr>
            <a:lvl3pPr>
              <a:defRPr sz="3600">
                <a:solidFill>
                  <a:schemeClr val="accent1"/>
                </a:solidFill>
                <a:latin typeface="+mj-lt"/>
                <a:cs typeface="+mj-lt"/>
              </a:defRPr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9"/>
          <p:cNvSpPr>
            <a:spLocks noGrp="1"/>
          </p:cNvSpPr>
          <p:nvPr>
            <p:ph sz="quarter" idx="15"/>
          </p:nvPr>
        </p:nvSpPr>
        <p:spPr>
          <a:xfrm>
            <a:off x="5088000" y="1959882"/>
            <a:ext cx="2016000" cy="4312202"/>
          </a:xfrm>
          <a:prstGeom prst="rect">
            <a:avLst/>
          </a:prstGeom>
          <a:noFill/>
          <a:ln w="12700">
            <a:solidFill>
              <a:schemeClr val="accent1"/>
            </a:solidFill>
          </a:ln>
        </p:spPr>
        <p:txBody>
          <a:bodyPr lIns="216000" tIns="216000" rIns="216000" bIns="216000" anchor="t" anchorCtr="0">
            <a:noAutofit/>
          </a:bodyPr>
          <a:lstStyle>
            <a:lvl1pPr marL="0">
              <a:lnSpc>
                <a:spcPct val="110000"/>
              </a:lnSpc>
              <a:spcBef>
                <a:spcPts val="600"/>
              </a:spcBef>
              <a:buFont typeface="Arial" panose="020B0604020202020204" pitchFamily="34" charset="0"/>
              <a:buNone/>
              <a:defRPr sz="1400">
                <a:solidFill>
                  <a:schemeClr val="tx1"/>
                </a:solidFill>
              </a:defRPr>
            </a:lvl1pPr>
            <a:lvl2pPr>
              <a:defRPr sz="1600">
                <a:solidFill>
                  <a:schemeClr val="tx1"/>
                </a:solidFill>
                <a:latin typeface="+mj-lt"/>
                <a:cs typeface="+mj-lt"/>
              </a:defRPr>
            </a:lvl2pPr>
            <a:lvl3pPr>
              <a:defRPr sz="3600">
                <a:solidFill>
                  <a:schemeClr val="accent1"/>
                </a:solidFill>
                <a:latin typeface="+mj-lt"/>
                <a:cs typeface="+mj-lt"/>
              </a:defRPr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Content Placeholder 9"/>
          <p:cNvSpPr>
            <a:spLocks noGrp="1"/>
          </p:cNvSpPr>
          <p:nvPr>
            <p:ph sz="quarter" idx="16"/>
          </p:nvPr>
        </p:nvSpPr>
        <p:spPr>
          <a:xfrm>
            <a:off x="7338312" y="1959882"/>
            <a:ext cx="2016000" cy="4312202"/>
          </a:xfrm>
          <a:prstGeom prst="rect">
            <a:avLst/>
          </a:prstGeom>
          <a:noFill/>
          <a:ln w="12700">
            <a:solidFill>
              <a:schemeClr val="accent1"/>
            </a:solidFill>
          </a:ln>
        </p:spPr>
        <p:txBody>
          <a:bodyPr lIns="216000" tIns="216000" rIns="216000" bIns="216000" anchor="t" anchorCtr="0">
            <a:noAutofit/>
          </a:bodyPr>
          <a:lstStyle>
            <a:lvl1pPr marL="0">
              <a:lnSpc>
                <a:spcPct val="110000"/>
              </a:lnSpc>
              <a:spcBef>
                <a:spcPts val="600"/>
              </a:spcBef>
              <a:buFont typeface="Arial" panose="020B0604020202020204" pitchFamily="34" charset="0"/>
              <a:buNone/>
              <a:defRPr sz="1400">
                <a:solidFill>
                  <a:schemeClr val="tx1"/>
                </a:solidFill>
              </a:defRPr>
            </a:lvl1pPr>
            <a:lvl2pPr>
              <a:defRPr sz="1600">
                <a:solidFill>
                  <a:schemeClr val="tx1"/>
                </a:solidFill>
                <a:latin typeface="+mj-lt"/>
                <a:cs typeface="+mj-lt"/>
              </a:defRPr>
            </a:lvl2pPr>
            <a:lvl3pPr>
              <a:defRPr sz="3600">
                <a:solidFill>
                  <a:schemeClr val="accent1"/>
                </a:solidFill>
                <a:latin typeface="+mj-lt"/>
                <a:cs typeface="+mj-lt"/>
              </a:defRPr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9"/>
          <p:cNvSpPr>
            <a:spLocks noGrp="1"/>
          </p:cNvSpPr>
          <p:nvPr>
            <p:ph sz="quarter" idx="17"/>
          </p:nvPr>
        </p:nvSpPr>
        <p:spPr>
          <a:xfrm>
            <a:off x="9588624" y="1959882"/>
            <a:ext cx="2016000" cy="4312202"/>
          </a:xfrm>
          <a:prstGeom prst="rect">
            <a:avLst/>
          </a:prstGeom>
          <a:noFill/>
          <a:ln w="12700">
            <a:solidFill>
              <a:schemeClr val="accent1"/>
            </a:solidFill>
          </a:ln>
        </p:spPr>
        <p:txBody>
          <a:bodyPr lIns="216000" tIns="216000" rIns="216000" bIns="216000" anchor="t" anchorCtr="0">
            <a:noAutofit/>
          </a:bodyPr>
          <a:lstStyle>
            <a:lvl1pPr marL="0">
              <a:lnSpc>
                <a:spcPct val="110000"/>
              </a:lnSpc>
              <a:spcBef>
                <a:spcPts val="600"/>
              </a:spcBef>
              <a:buFont typeface="Arial" panose="020B0604020202020204" pitchFamily="34" charset="0"/>
              <a:buNone/>
              <a:defRPr sz="1400">
                <a:solidFill>
                  <a:schemeClr val="tx1"/>
                </a:solidFill>
              </a:defRPr>
            </a:lvl1pPr>
            <a:lvl2pPr>
              <a:defRPr sz="1600">
                <a:solidFill>
                  <a:schemeClr val="tx1"/>
                </a:solidFill>
                <a:latin typeface="+mj-lt"/>
                <a:cs typeface="+mj-lt"/>
              </a:defRPr>
            </a:lvl2pPr>
            <a:lvl3pPr>
              <a:defRPr sz="3600">
                <a:solidFill>
                  <a:schemeClr val="accent1"/>
                </a:solidFill>
                <a:latin typeface="+mj-lt"/>
                <a:cs typeface="+mj-lt"/>
              </a:defRPr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Intro Placeholder"/>
          <p:cNvSpPr>
            <a:spLocks noGrp="1"/>
          </p:cNvSpPr>
          <p:nvPr>
            <p:ph type="body" sz="quarter" idx="19"/>
          </p:nvPr>
        </p:nvSpPr>
        <p:spPr>
          <a:xfrm>
            <a:off x="588625" y="1296391"/>
            <a:ext cx="11016000" cy="422873"/>
          </a:xfrm>
        </p:spPr>
        <p:txBody>
          <a:bodyPr lIns="0" tIns="0" rIns="0" bIns="0">
            <a:noAutofit/>
          </a:bodyPr>
          <a:lstStyle>
            <a:lvl1pPr marL="0" indent="0">
              <a:lnSpc>
                <a:spcPct val="110000"/>
              </a:lnSpc>
              <a:spcBef>
                <a:spcPts val="600"/>
              </a:spcBef>
              <a:buNone/>
              <a:defRPr sz="1300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to edit intro text</a:t>
            </a:r>
          </a:p>
        </p:txBody>
      </p:sp>
      <p:sp>
        <p:nvSpPr>
          <p:cNvPr id="8" name="Title Placeholder"/>
          <p:cNvSpPr>
            <a:spLocks noGrp="1"/>
          </p:cNvSpPr>
          <p:nvPr>
            <p:ph type="title" hasCustomPrompt="1"/>
          </p:nvPr>
        </p:nvSpPr>
        <p:spPr>
          <a:xfrm>
            <a:off x="587375" y="601927"/>
            <a:ext cx="11017250" cy="470898"/>
          </a:xfrm>
          <a:prstGeom prst="rect">
            <a:avLst/>
          </a:prstGeom>
        </p:spPr>
        <p:txBody>
          <a:bodyPr vert="horz" wrap="square" lIns="0" tIns="0" rIns="0" bIns="0" rtlCol="0" anchor="ctr" anchorCtr="0">
            <a:noAutofit/>
          </a:bodyPr>
          <a:lstStyle>
            <a:lvl1pPr algn="l">
              <a:lnSpc>
                <a:spcPct val="85000"/>
              </a:lnSpc>
              <a:defRPr sz="3600" b="0" spc="-150" baseline="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6BoxV1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Placeholder">
            <a:extLst>
              <a:ext uri="{FF2B5EF4-FFF2-40B4-BE49-F238E27FC236}">
                <a16:creationId xmlns:a16="http://schemas.microsoft.com/office/drawing/2014/main" id="{48B9B565-4127-1749-CC94-387CE3F7E35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87375" y="592279"/>
            <a:ext cx="11017250" cy="470898"/>
          </a:xfrm>
          <a:prstGeom prst="rect">
            <a:avLst/>
          </a:prstGeom>
        </p:spPr>
        <p:txBody>
          <a:bodyPr vert="horz" wrap="square" lIns="0" tIns="0" rIns="0" bIns="0" rtlCol="0" anchor="ctr" anchorCtr="0">
            <a:noAutofit/>
          </a:bodyPr>
          <a:lstStyle>
            <a:lvl1pPr algn="l">
              <a:lnSpc>
                <a:spcPct val="85000"/>
              </a:lnSpc>
              <a:defRPr sz="3600" b="0" spc="-151" baseline="0">
                <a:ln>
                  <a:noFill/>
                </a:ln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Click To Edit Master Text</a:t>
            </a:r>
            <a:r>
              <a:rPr lang="ru-RU" dirty="0"/>
              <a:t> </a:t>
            </a:r>
            <a:r>
              <a:rPr lang="en-US" dirty="0"/>
              <a:t>Styles</a:t>
            </a:r>
            <a:endParaRPr lang="ru-RU" dirty="0"/>
          </a:p>
        </p:txBody>
      </p:sp>
      <p:sp>
        <p:nvSpPr>
          <p:cNvPr id="3" name="Content Placeholder 9">
            <a:extLst>
              <a:ext uri="{FF2B5EF4-FFF2-40B4-BE49-F238E27FC236}">
                <a16:creationId xmlns:a16="http://schemas.microsoft.com/office/drawing/2014/main" id="{4E54D30F-ACC0-5C7A-352E-FDFDF2DDF277}"/>
              </a:ext>
            </a:extLst>
          </p:cNvPr>
          <p:cNvSpPr>
            <a:spLocks noGrp="1"/>
          </p:cNvSpPr>
          <p:nvPr>
            <p:ph sz="quarter" idx="18"/>
          </p:nvPr>
        </p:nvSpPr>
        <p:spPr>
          <a:xfrm>
            <a:off x="587377" y="3979721"/>
            <a:ext cx="3529012" cy="2286000"/>
          </a:xfrm>
          <a:noFill/>
          <a:ln w="12700">
            <a:solidFill>
              <a:schemeClr val="accent1"/>
            </a:solidFill>
          </a:ln>
        </p:spPr>
        <p:txBody>
          <a:bodyPr lIns="216000" tIns="216000" rIns="216000" bIns="216000" anchor="t" anchorCtr="0">
            <a:noAutofit/>
          </a:bodyPr>
          <a:lstStyle>
            <a:lvl1pPr marL="0">
              <a:lnSpc>
                <a:spcPct val="110000"/>
              </a:lnSpc>
              <a:spcBef>
                <a:spcPts val="600"/>
              </a:spcBef>
              <a:buFont typeface="Arial" panose="020B0604020202020204" pitchFamily="34" charset="0"/>
              <a:buNone/>
              <a:defRPr sz="1300">
                <a:ln>
                  <a:noFill/>
                </a:ln>
                <a:solidFill>
                  <a:schemeClr val="tx1"/>
                </a:solidFill>
              </a:defRPr>
            </a:lvl1pPr>
            <a:lvl2pPr>
              <a:defRPr sz="1600">
                <a:solidFill>
                  <a:schemeClr val="tx1"/>
                </a:solidFill>
                <a:latin typeface="+mj-lt"/>
                <a:cs typeface="+mj-lt"/>
              </a:defRPr>
            </a:lvl2pPr>
            <a:lvl3pPr>
              <a:defRPr sz="3600">
                <a:solidFill>
                  <a:schemeClr val="accent1"/>
                </a:solidFill>
                <a:latin typeface="+mj-lt"/>
                <a:cs typeface="+mj-lt"/>
              </a:defRPr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8" name="Content Placeholder 9">
            <a:extLst>
              <a:ext uri="{FF2B5EF4-FFF2-40B4-BE49-F238E27FC236}">
                <a16:creationId xmlns:a16="http://schemas.microsoft.com/office/drawing/2014/main" id="{27D9EDC3-E389-37C6-6F1A-1F0F1AF8C0D7}"/>
              </a:ext>
            </a:extLst>
          </p:cNvPr>
          <p:cNvSpPr>
            <a:spLocks noGrp="1"/>
          </p:cNvSpPr>
          <p:nvPr>
            <p:ph sz="quarter" idx="19"/>
          </p:nvPr>
        </p:nvSpPr>
        <p:spPr>
          <a:xfrm>
            <a:off x="4331515" y="3979721"/>
            <a:ext cx="3528850" cy="2286000"/>
          </a:xfrm>
          <a:noFill/>
          <a:ln w="12700">
            <a:solidFill>
              <a:schemeClr val="accent1"/>
            </a:solidFill>
          </a:ln>
        </p:spPr>
        <p:txBody>
          <a:bodyPr lIns="216000" tIns="216000" rIns="216000" bIns="216000" anchor="t" anchorCtr="0">
            <a:noAutofit/>
          </a:bodyPr>
          <a:lstStyle>
            <a:lvl1pPr marL="0">
              <a:lnSpc>
                <a:spcPct val="110000"/>
              </a:lnSpc>
              <a:spcBef>
                <a:spcPts val="600"/>
              </a:spcBef>
              <a:buFont typeface="Arial" panose="020B0604020202020204" pitchFamily="34" charset="0"/>
              <a:buNone/>
              <a:defRPr sz="1300">
                <a:ln>
                  <a:noFill/>
                </a:ln>
                <a:solidFill>
                  <a:schemeClr val="tx1"/>
                </a:solidFill>
              </a:defRPr>
            </a:lvl1pPr>
            <a:lvl2pPr>
              <a:defRPr sz="1600">
                <a:solidFill>
                  <a:schemeClr val="tx1"/>
                </a:solidFill>
                <a:latin typeface="+mj-lt"/>
                <a:cs typeface="+mj-lt"/>
              </a:defRPr>
            </a:lvl2pPr>
            <a:lvl3pPr>
              <a:defRPr sz="3600">
                <a:solidFill>
                  <a:schemeClr val="accent1"/>
                </a:solidFill>
                <a:latin typeface="+mj-lt"/>
                <a:cs typeface="+mj-lt"/>
              </a:defRPr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Content Placeholder 9">
            <a:extLst>
              <a:ext uri="{FF2B5EF4-FFF2-40B4-BE49-F238E27FC236}">
                <a16:creationId xmlns:a16="http://schemas.microsoft.com/office/drawing/2014/main" id="{51DBE1E3-553C-153D-3BE2-5F7EE61B349C}"/>
              </a:ext>
            </a:extLst>
          </p:cNvPr>
          <p:cNvSpPr>
            <a:spLocks noGrp="1"/>
          </p:cNvSpPr>
          <p:nvPr>
            <p:ph sz="quarter" idx="36"/>
          </p:nvPr>
        </p:nvSpPr>
        <p:spPr>
          <a:xfrm>
            <a:off x="8075491" y="3979721"/>
            <a:ext cx="3528850" cy="2286000"/>
          </a:xfrm>
          <a:noFill/>
          <a:ln w="12700">
            <a:solidFill>
              <a:schemeClr val="accent1"/>
            </a:solidFill>
          </a:ln>
        </p:spPr>
        <p:txBody>
          <a:bodyPr lIns="216000" tIns="216000" rIns="216000" bIns="216000" anchor="t" anchorCtr="0">
            <a:noAutofit/>
          </a:bodyPr>
          <a:lstStyle>
            <a:lvl1pPr marL="0">
              <a:lnSpc>
                <a:spcPct val="110000"/>
              </a:lnSpc>
              <a:spcBef>
                <a:spcPts val="600"/>
              </a:spcBef>
              <a:buFont typeface="Arial" panose="020B0604020202020204" pitchFamily="34" charset="0"/>
              <a:buNone/>
              <a:defRPr sz="1300">
                <a:ln>
                  <a:noFill/>
                </a:ln>
                <a:solidFill>
                  <a:schemeClr val="tx1"/>
                </a:solidFill>
              </a:defRPr>
            </a:lvl1pPr>
            <a:lvl2pPr>
              <a:defRPr sz="1600">
                <a:solidFill>
                  <a:schemeClr val="tx1"/>
                </a:solidFill>
                <a:latin typeface="+mj-lt"/>
                <a:cs typeface="+mj-lt"/>
              </a:defRPr>
            </a:lvl2pPr>
            <a:lvl3pPr>
              <a:defRPr sz="3600">
                <a:solidFill>
                  <a:schemeClr val="accent1"/>
                </a:solidFill>
                <a:latin typeface="+mj-lt"/>
                <a:cs typeface="+mj-lt"/>
              </a:defRPr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1" name="Content Placeholder 9">
            <a:extLst>
              <a:ext uri="{FF2B5EF4-FFF2-40B4-BE49-F238E27FC236}">
                <a16:creationId xmlns:a16="http://schemas.microsoft.com/office/drawing/2014/main" id="{032BCC0D-5AD0-B8F0-DE20-06B254A29A53}"/>
              </a:ext>
            </a:extLst>
          </p:cNvPr>
          <p:cNvSpPr>
            <a:spLocks noGrp="1"/>
          </p:cNvSpPr>
          <p:nvPr>
            <p:ph sz="quarter" idx="37"/>
          </p:nvPr>
        </p:nvSpPr>
        <p:spPr>
          <a:xfrm>
            <a:off x="587501" y="1484314"/>
            <a:ext cx="3529012" cy="2286000"/>
          </a:xfrm>
          <a:noFill/>
          <a:ln w="12700">
            <a:solidFill>
              <a:schemeClr val="accent1"/>
            </a:solidFill>
          </a:ln>
        </p:spPr>
        <p:txBody>
          <a:bodyPr lIns="216000" tIns="216000" rIns="216000" bIns="216000" anchor="t" anchorCtr="0">
            <a:noAutofit/>
          </a:bodyPr>
          <a:lstStyle>
            <a:lvl1pPr marL="0">
              <a:lnSpc>
                <a:spcPct val="110000"/>
              </a:lnSpc>
              <a:spcBef>
                <a:spcPts val="600"/>
              </a:spcBef>
              <a:buFont typeface="Arial" panose="020B0604020202020204" pitchFamily="34" charset="0"/>
              <a:buNone/>
              <a:defRPr sz="1300">
                <a:ln>
                  <a:noFill/>
                </a:ln>
                <a:solidFill>
                  <a:schemeClr val="tx1"/>
                </a:solidFill>
              </a:defRPr>
            </a:lvl1pPr>
            <a:lvl2pPr>
              <a:defRPr sz="1600">
                <a:solidFill>
                  <a:schemeClr val="tx1"/>
                </a:solidFill>
                <a:latin typeface="+mj-lt"/>
                <a:cs typeface="+mj-lt"/>
              </a:defRPr>
            </a:lvl2pPr>
            <a:lvl3pPr>
              <a:defRPr sz="3600">
                <a:solidFill>
                  <a:schemeClr val="accent1"/>
                </a:solidFill>
                <a:latin typeface="+mj-lt"/>
                <a:cs typeface="+mj-lt"/>
              </a:defRPr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Content Placeholder 9">
            <a:extLst>
              <a:ext uri="{FF2B5EF4-FFF2-40B4-BE49-F238E27FC236}">
                <a16:creationId xmlns:a16="http://schemas.microsoft.com/office/drawing/2014/main" id="{ED23215E-C919-5A45-0525-70B357C6C5E5}"/>
              </a:ext>
            </a:extLst>
          </p:cNvPr>
          <p:cNvSpPr>
            <a:spLocks noGrp="1"/>
          </p:cNvSpPr>
          <p:nvPr>
            <p:ph sz="quarter" idx="38"/>
          </p:nvPr>
        </p:nvSpPr>
        <p:spPr>
          <a:xfrm>
            <a:off x="4332288" y="1484313"/>
            <a:ext cx="3528850" cy="2286000"/>
          </a:xfrm>
          <a:noFill/>
          <a:ln w="12700">
            <a:solidFill>
              <a:schemeClr val="accent1"/>
            </a:solidFill>
          </a:ln>
        </p:spPr>
        <p:txBody>
          <a:bodyPr lIns="216000" tIns="216000" rIns="216000" bIns="216000" anchor="t" anchorCtr="0">
            <a:noAutofit/>
          </a:bodyPr>
          <a:lstStyle>
            <a:lvl1pPr marL="0">
              <a:lnSpc>
                <a:spcPct val="110000"/>
              </a:lnSpc>
              <a:spcBef>
                <a:spcPts val="600"/>
              </a:spcBef>
              <a:buFont typeface="Arial" panose="020B0604020202020204" pitchFamily="34" charset="0"/>
              <a:buNone/>
              <a:defRPr sz="1300">
                <a:ln>
                  <a:noFill/>
                </a:ln>
                <a:solidFill>
                  <a:schemeClr val="tx1"/>
                </a:solidFill>
              </a:defRPr>
            </a:lvl1pPr>
            <a:lvl2pPr>
              <a:defRPr sz="1600">
                <a:solidFill>
                  <a:schemeClr val="tx1"/>
                </a:solidFill>
                <a:latin typeface="+mj-lt"/>
                <a:cs typeface="+mj-lt"/>
              </a:defRPr>
            </a:lvl2pPr>
            <a:lvl3pPr>
              <a:defRPr sz="3600">
                <a:solidFill>
                  <a:schemeClr val="accent1"/>
                </a:solidFill>
                <a:latin typeface="+mj-lt"/>
                <a:cs typeface="+mj-lt"/>
              </a:defRPr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Content Placeholder 9">
            <a:extLst>
              <a:ext uri="{FF2B5EF4-FFF2-40B4-BE49-F238E27FC236}">
                <a16:creationId xmlns:a16="http://schemas.microsoft.com/office/drawing/2014/main" id="{29FD2E25-8539-ABD8-BDBB-BA6629D0ABA7}"/>
              </a:ext>
            </a:extLst>
          </p:cNvPr>
          <p:cNvSpPr>
            <a:spLocks noGrp="1"/>
          </p:cNvSpPr>
          <p:nvPr>
            <p:ph sz="quarter" idx="39"/>
          </p:nvPr>
        </p:nvSpPr>
        <p:spPr>
          <a:xfrm>
            <a:off x="8076264" y="1484313"/>
            <a:ext cx="3528850" cy="2286000"/>
          </a:xfrm>
          <a:noFill/>
          <a:ln w="12700">
            <a:solidFill>
              <a:schemeClr val="accent1"/>
            </a:solidFill>
          </a:ln>
        </p:spPr>
        <p:txBody>
          <a:bodyPr lIns="216000" tIns="216000" rIns="216000" bIns="216000" anchor="t" anchorCtr="0">
            <a:noAutofit/>
          </a:bodyPr>
          <a:lstStyle>
            <a:lvl1pPr marL="0">
              <a:lnSpc>
                <a:spcPct val="110000"/>
              </a:lnSpc>
              <a:spcBef>
                <a:spcPts val="600"/>
              </a:spcBef>
              <a:buFont typeface="Arial" panose="020B0604020202020204" pitchFamily="34" charset="0"/>
              <a:buNone/>
              <a:defRPr sz="1300">
                <a:ln>
                  <a:noFill/>
                </a:ln>
                <a:solidFill>
                  <a:schemeClr val="tx1"/>
                </a:solidFill>
              </a:defRPr>
            </a:lvl1pPr>
            <a:lvl2pPr>
              <a:defRPr sz="1600">
                <a:solidFill>
                  <a:schemeClr val="tx1"/>
                </a:solidFill>
                <a:latin typeface="+mj-lt"/>
                <a:cs typeface="+mj-lt"/>
              </a:defRPr>
            </a:lvl2pPr>
            <a:lvl3pPr>
              <a:defRPr sz="3600">
                <a:solidFill>
                  <a:schemeClr val="accent1"/>
                </a:solidFill>
                <a:latin typeface="+mj-lt"/>
                <a:cs typeface="+mj-lt"/>
              </a:defRPr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4064132931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6BoxIntroV1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9"/>
          <p:cNvSpPr>
            <a:spLocks noGrp="1"/>
          </p:cNvSpPr>
          <p:nvPr>
            <p:ph sz="quarter" idx="41"/>
          </p:nvPr>
        </p:nvSpPr>
        <p:spPr>
          <a:xfrm>
            <a:off x="587539" y="4212827"/>
            <a:ext cx="3528850" cy="2052000"/>
          </a:xfrm>
          <a:prstGeom prst="rect">
            <a:avLst/>
          </a:prstGeom>
          <a:noFill/>
          <a:ln w="12700">
            <a:solidFill>
              <a:schemeClr val="accent1"/>
            </a:solidFill>
          </a:ln>
        </p:spPr>
        <p:txBody>
          <a:bodyPr lIns="216000" tIns="216000" rIns="216000" bIns="216000" anchor="t" anchorCtr="0">
            <a:noAutofit/>
          </a:bodyPr>
          <a:lstStyle>
            <a:lvl1pPr marL="0">
              <a:lnSpc>
                <a:spcPct val="110000"/>
              </a:lnSpc>
              <a:spcBef>
                <a:spcPts val="600"/>
              </a:spcBef>
              <a:buFont typeface="Arial" panose="020B0604020202020204" pitchFamily="34" charset="0"/>
              <a:buNone/>
              <a:defRPr sz="1300">
                <a:solidFill>
                  <a:schemeClr val="tx1"/>
                </a:solidFill>
              </a:defRPr>
            </a:lvl1pPr>
            <a:lvl2pPr>
              <a:defRPr sz="1600">
                <a:solidFill>
                  <a:schemeClr val="tx1"/>
                </a:solidFill>
                <a:latin typeface="+mj-lt"/>
                <a:cs typeface="+mj-lt"/>
              </a:defRPr>
            </a:lvl2pPr>
            <a:lvl3pPr>
              <a:defRPr sz="3600">
                <a:solidFill>
                  <a:schemeClr val="accent1"/>
                </a:solidFill>
                <a:latin typeface="+mj-lt"/>
                <a:cs typeface="+mj-lt"/>
              </a:defRPr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Content Placeholder 9"/>
          <p:cNvSpPr>
            <a:spLocks noGrp="1"/>
          </p:cNvSpPr>
          <p:nvPr>
            <p:ph sz="quarter" idx="44"/>
          </p:nvPr>
        </p:nvSpPr>
        <p:spPr>
          <a:xfrm>
            <a:off x="587376" y="1944827"/>
            <a:ext cx="3528850" cy="2052000"/>
          </a:xfrm>
          <a:prstGeom prst="rect">
            <a:avLst/>
          </a:prstGeom>
          <a:noFill/>
          <a:ln w="12700">
            <a:solidFill>
              <a:schemeClr val="accent1"/>
            </a:solidFill>
          </a:ln>
        </p:spPr>
        <p:txBody>
          <a:bodyPr lIns="216000" tIns="216000" rIns="216000" bIns="216000" anchor="t" anchorCtr="0">
            <a:noAutofit/>
          </a:bodyPr>
          <a:lstStyle>
            <a:lvl1pPr marL="0">
              <a:lnSpc>
                <a:spcPct val="110000"/>
              </a:lnSpc>
              <a:spcBef>
                <a:spcPts val="600"/>
              </a:spcBef>
              <a:buFont typeface="Arial" panose="020B0604020202020204" pitchFamily="34" charset="0"/>
              <a:buNone/>
              <a:defRPr sz="1300">
                <a:solidFill>
                  <a:schemeClr val="tx1"/>
                </a:solidFill>
              </a:defRPr>
            </a:lvl1pPr>
            <a:lvl2pPr>
              <a:defRPr sz="1600">
                <a:solidFill>
                  <a:schemeClr val="tx1"/>
                </a:solidFill>
                <a:latin typeface="+mj-lt"/>
                <a:cs typeface="+mj-lt"/>
              </a:defRPr>
            </a:lvl2pPr>
            <a:lvl3pPr>
              <a:defRPr sz="3600">
                <a:solidFill>
                  <a:schemeClr val="accent1"/>
                </a:solidFill>
                <a:latin typeface="+mj-lt"/>
                <a:cs typeface="+mj-lt"/>
              </a:defRPr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9"/>
          <p:cNvSpPr>
            <a:spLocks noGrp="1"/>
          </p:cNvSpPr>
          <p:nvPr>
            <p:ph sz="quarter" idx="45"/>
          </p:nvPr>
        </p:nvSpPr>
        <p:spPr>
          <a:xfrm>
            <a:off x="4332288" y="4212827"/>
            <a:ext cx="3528850" cy="2052000"/>
          </a:xfrm>
          <a:prstGeom prst="rect">
            <a:avLst/>
          </a:prstGeom>
          <a:noFill/>
          <a:ln w="12700">
            <a:solidFill>
              <a:schemeClr val="accent1"/>
            </a:solidFill>
          </a:ln>
        </p:spPr>
        <p:txBody>
          <a:bodyPr lIns="216000" tIns="216000" rIns="216000" bIns="216000" anchor="t" anchorCtr="0">
            <a:noAutofit/>
          </a:bodyPr>
          <a:lstStyle>
            <a:lvl1pPr marL="0">
              <a:lnSpc>
                <a:spcPct val="110000"/>
              </a:lnSpc>
              <a:spcBef>
                <a:spcPts val="600"/>
              </a:spcBef>
              <a:buFont typeface="Arial" panose="020B0604020202020204" pitchFamily="34" charset="0"/>
              <a:buNone/>
              <a:defRPr sz="1300">
                <a:solidFill>
                  <a:schemeClr val="tx1"/>
                </a:solidFill>
              </a:defRPr>
            </a:lvl1pPr>
            <a:lvl2pPr>
              <a:defRPr sz="1600">
                <a:solidFill>
                  <a:schemeClr val="tx1"/>
                </a:solidFill>
                <a:latin typeface="+mj-lt"/>
                <a:cs typeface="+mj-lt"/>
              </a:defRPr>
            </a:lvl2pPr>
            <a:lvl3pPr>
              <a:defRPr sz="3600">
                <a:solidFill>
                  <a:schemeClr val="accent1"/>
                </a:solidFill>
                <a:latin typeface="+mj-lt"/>
                <a:cs typeface="+mj-lt"/>
              </a:defRPr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Content Placeholder 9"/>
          <p:cNvSpPr>
            <a:spLocks noGrp="1"/>
          </p:cNvSpPr>
          <p:nvPr>
            <p:ph sz="quarter" idx="46"/>
          </p:nvPr>
        </p:nvSpPr>
        <p:spPr>
          <a:xfrm>
            <a:off x="4332288" y="1944827"/>
            <a:ext cx="3528850" cy="2052000"/>
          </a:xfrm>
          <a:prstGeom prst="rect">
            <a:avLst/>
          </a:prstGeom>
          <a:noFill/>
          <a:ln w="12700">
            <a:solidFill>
              <a:schemeClr val="accent1"/>
            </a:solidFill>
          </a:ln>
        </p:spPr>
        <p:txBody>
          <a:bodyPr lIns="216000" tIns="216000" rIns="216000" bIns="216000" anchor="t" anchorCtr="0">
            <a:noAutofit/>
          </a:bodyPr>
          <a:lstStyle>
            <a:lvl1pPr marL="0">
              <a:lnSpc>
                <a:spcPct val="110000"/>
              </a:lnSpc>
              <a:spcBef>
                <a:spcPts val="600"/>
              </a:spcBef>
              <a:buFont typeface="Arial" panose="020B0604020202020204" pitchFamily="34" charset="0"/>
              <a:buNone/>
              <a:defRPr sz="1300">
                <a:solidFill>
                  <a:schemeClr val="tx1"/>
                </a:solidFill>
              </a:defRPr>
            </a:lvl1pPr>
            <a:lvl2pPr>
              <a:defRPr sz="1600">
                <a:solidFill>
                  <a:schemeClr val="tx1"/>
                </a:solidFill>
                <a:latin typeface="+mj-lt"/>
                <a:cs typeface="+mj-lt"/>
              </a:defRPr>
            </a:lvl2pPr>
            <a:lvl3pPr>
              <a:defRPr sz="3600">
                <a:solidFill>
                  <a:schemeClr val="accent1"/>
                </a:solidFill>
                <a:latin typeface="+mj-lt"/>
                <a:cs typeface="+mj-lt"/>
              </a:defRPr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9"/>
          <p:cNvSpPr>
            <a:spLocks noGrp="1"/>
          </p:cNvSpPr>
          <p:nvPr>
            <p:ph sz="quarter" idx="47"/>
          </p:nvPr>
        </p:nvSpPr>
        <p:spPr>
          <a:xfrm>
            <a:off x="8075491" y="4212827"/>
            <a:ext cx="3528850" cy="2052000"/>
          </a:xfrm>
          <a:prstGeom prst="rect">
            <a:avLst/>
          </a:prstGeom>
          <a:noFill/>
          <a:ln w="12700">
            <a:solidFill>
              <a:schemeClr val="accent1"/>
            </a:solidFill>
          </a:ln>
        </p:spPr>
        <p:txBody>
          <a:bodyPr lIns="216000" tIns="216000" rIns="216000" bIns="216000" anchor="t" anchorCtr="0">
            <a:noAutofit/>
          </a:bodyPr>
          <a:lstStyle>
            <a:lvl1pPr marL="0">
              <a:lnSpc>
                <a:spcPct val="110000"/>
              </a:lnSpc>
              <a:spcBef>
                <a:spcPts val="600"/>
              </a:spcBef>
              <a:buFont typeface="Arial" panose="020B0604020202020204" pitchFamily="34" charset="0"/>
              <a:buNone/>
              <a:defRPr sz="1300">
                <a:solidFill>
                  <a:schemeClr val="tx1"/>
                </a:solidFill>
              </a:defRPr>
            </a:lvl1pPr>
            <a:lvl2pPr>
              <a:defRPr sz="1600">
                <a:solidFill>
                  <a:schemeClr val="tx1"/>
                </a:solidFill>
                <a:latin typeface="+mj-lt"/>
                <a:cs typeface="+mj-lt"/>
              </a:defRPr>
            </a:lvl2pPr>
            <a:lvl3pPr>
              <a:defRPr sz="3600">
                <a:solidFill>
                  <a:schemeClr val="accent1"/>
                </a:solidFill>
                <a:latin typeface="+mj-lt"/>
                <a:cs typeface="+mj-lt"/>
              </a:defRPr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Content Placeholder 9"/>
          <p:cNvSpPr>
            <a:spLocks noGrp="1"/>
          </p:cNvSpPr>
          <p:nvPr>
            <p:ph sz="quarter" idx="48"/>
          </p:nvPr>
        </p:nvSpPr>
        <p:spPr>
          <a:xfrm>
            <a:off x="8075491" y="1944827"/>
            <a:ext cx="3528850" cy="2052000"/>
          </a:xfrm>
          <a:prstGeom prst="rect">
            <a:avLst/>
          </a:prstGeom>
          <a:noFill/>
          <a:ln w="12700">
            <a:solidFill>
              <a:schemeClr val="accent1"/>
            </a:solidFill>
          </a:ln>
        </p:spPr>
        <p:txBody>
          <a:bodyPr lIns="216000" tIns="216000" rIns="216000" bIns="216000" anchor="t" anchorCtr="0">
            <a:noAutofit/>
          </a:bodyPr>
          <a:lstStyle>
            <a:lvl1pPr marL="0">
              <a:lnSpc>
                <a:spcPct val="110000"/>
              </a:lnSpc>
              <a:spcBef>
                <a:spcPts val="600"/>
              </a:spcBef>
              <a:buFont typeface="Arial" panose="020B0604020202020204" pitchFamily="34" charset="0"/>
              <a:buNone/>
              <a:defRPr sz="1300">
                <a:solidFill>
                  <a:schemeClr val="tx1"/>
                </a:solidFill>
              </a:defRPr>
            </a:lvl1pPr>
            <a:lvl2pPr>
              <a:defRPr sz="1600">
                <a:solidFill>
                  <a:schemeClr val="tx1"/>
                </a:solidFill>
                <a:latin typeface="+mj-lt"/>
                <a:cs typeface="+mj-lt"/>
              </a:defRPr>
            </a:lvl2pPr>
            <a:lvl3pPr>
              <a:defRPr sz="3600">
                <a:solidFill>
                  <a:schemeClr val="accent1"/>
                </a:solidFill>
                <a:latin typeface="+mj-lt"/>
                <a:cs typeface="+mj-lt"/>
              </a:defRPr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Intro Placeholder"/>
          <p:cNvSpPr>
            <a:spLocks noGrp="1"/>
          </p:cNvSpPr>
          <p:nvPr>
            <p:ph type="body" sz="quarter" idx="19"/>
          </p:nvPr>
        </p:nvSpPr>
        <p:spPr>
          <a:xfrm>
            <a:off x="588625" y="1296391"/>
            <a:ext cx="11016000" cy="422873"/>
          </a:xfrm>
        </p:spPr>
        <p:txBody>
          <a:bodyPr lIns="0" tIns="0" rIns="0" bIns="0">
            <a:noAutofit/>
          </a:bodyPr>
          <a:lstStyle>
            <a:lvl1pPr marL="0" indent="0">
              <a:lnSpc>
                <a:spcPct val="110000"/>
              </a:lnSpc>
              <a:spcBef>
                <a:spcPts val="600"/>
              </a:spcBef>
              <a:buNone/>
              <a:defRPr sz="1300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to edit intro text</a:t>
            </a:r>
          </a:p>
        </p:txBody>
      </p:sp>
      <p:sp>
        <p:nvSpPr>
          <p:cNvPr id="9" name="Title Placeholder"/>
          <p:cNvSpPr>
            <a:spLocks noGrp="1"/>
          </p:cNvSpPr>
          <p:nvPr>
            <p:ph type="title" hasCustomPrompt="1"/>
          </p:nvPr>
        </p:nvSpPr>
        <p:spPr>
          <a:xfrm>
            <a:off x="587375" y="601927"/>
            <a:ext cx="11017250" cy="470898"/>
          </a:xfrm>
          <a:prstGeom prst="rect">
            <a:avLst/>
          </a:prstGeom>
        </p:spPr>
        <p:txBody>
          <a:bodyPr vert="horz" wrap="square" lIns="0" tIns="0" rIns="0" bIns="0" rtlCol="0" anchor="ctr" anchorCtr="0">
            <a:noAutofit/>
          </a:bodyPr>
          <a:lstStyle>
            <a:lvl1pPr algn="l">
              <a:lnSpc>
                <a:spcPct val="85000"/>
              </a:lnSpc>
              <a:defRPr sz="3600" b="0" spc="-150" baseline="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8BoxV1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9">
            <a:extLst>
              <a:ext uri="{FF2B5EF4-FFF2-40B4-BE49-F238E27FC236}">
                <a16:creationId xmlns:a16="http://schemas.microsoft.com/office/drawing/2014/main" id="{869B5C48-DCC9-8553-4B07-B68CBD8B1512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3395663" y="1481329"/>
            <a:ext cx="2592267" cy="2286000"/>
          </a:xfrm>
          <a:noFill/>
          <a:ln w="12700">
            <a:solidFill>
              <a:schemeClr val="accent1"/>
            </a:solidFill>
          </a:ln>
        </p:spPr>
        <p:txBody>
          <a:bodyPr lIns="216000" tIns="216000" rIns="216000" bIns="216000" anchor="t" anchorCtr="0">
            <a:noAutofit/>
          </a:bodyPr>
          <a:lstStyle>
            <a:lvl1pPr marL="0">
              <a:lnSpc>
                <a:spcPct val="110000"/>
              </a:lnSpc>
              <a:spcBef>
                <a:spcPts val="600"/>
              </a:spcBef>
              <a:buFont typeface="Arial" panose="020B0604020202020204" pitchFamily="34" charset="0"/>
              <a:buNone/>
              <a:defRPr sz="1300">
                <a:solidFill>
                  <a:schemeClr val="tx1"/>
                </a:solidFill>
              </a:defRPr>
            </a:lvl1pPr>
            <a:lvl2pPr>
              <a:defRPr sz="1600">
                <a:solidFill>
                  <a:schemeClr val="tx1"/>
                </a:solidFill>
                <a:latin typeface="+mj-lt"/>
                <a:cs typeface="+mj-lt"/>
              </a:defRPr>
            </a:lvl2pPr>
            <a:lvl3pPr>
              <a:defRPr sz="3600">
                <a:solidFill>
                  <a:schemeClr val="accent1"/>
                </a:solidFill>
                <a:latin typeface="+mj-lt"/>
                <a:cs typeface="+mj-lt"/>
              </a:defRPr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9">
            <a:extLst>
              <a:ext uri="{FF2B5EF4-FFF2-40B4-BE49-F238E27FC236}">
                <a16:creationId xmlns:a16="http://schemas.microsoft.com/office/drawing/2014/main" id="{BC6F658A-7D5B-64CD-244D-94A16F3EE3A6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587375" y="1482200"/>
            <a:ext cx="2592387" cy="2286000"/>
          </a:xfrm>
          <a:noFill/>
          <a:ln w="12700">
            <a:solidFill>
              <a:schemeClr val="accent1"/>
            </a:solidFill>
          </a:ln>
        </p:spPr>
        <p:txBody>
          <a:bodyPr lIns="216000" tIns="216000" rIns="216000" bIns="216000" anchor="t" anchorCtr="0">
            <a:noAutofit/>
          </a:bodyPr>
          <a:lstStyle>
            <a:lvl1pPr marL="0">
              <a:lnSpc>
                <a:spcPct val="110000"/>
              </a:lnSpc>
              <a:spcBef>
                <a:spcPts val="600"/>
              </a:spcBef>
              <a:buFont typeface="Arial" panose="020B0604020202020204" pitchFamily="34" charset="0"/>
              <a:buNone/>
              <a:defRPr sz="1300">
                <a:solidFill>
                  <a:schemeClr val="tx1"/>
                </a:solidFill>
              </a:defRPr>
            </a:lvl1pPr>
            <a:lvl2pPr>
              <a:defRPr sz="1600">
                <a:solidFill>
                  <a:schemeClr val="tx1"/>
                </a:solidFill>
                <a:latin typeface="+mj-lt"/>
                <a:cs typeface="+mj-lt"/>
              </a:defRPr>
            </a:lvl2pPr>
            <a:lvl3pPr>
              <a:defRPr sz="3600">
                <a:solidFill>
                  <a:schemeClr val="accent1"/>
                </a:solidFill>
                <a:latin typeface="+mj-lt"/>
                <a:cs typeface="+mj-lt"/>
              </a:defRPr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Content Placeholder 9">
            <a:extLst>
              <a:ext uri="{FF2B5EF4-FFF2-40B4-BE49-F238E27FC236}">
                <a16:creationId xmlns:a16="http://schemas.microsoft.com/office/drawing/2014/main" id="{839ADCA9-5DBB-54EF-C3F2-6EB53E34100C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6203950" y="1481329"/>
            <a:ext cx="2592267" cy="2286000"/>
          </a:xfrm>
          <a:noFill/>
          <a:ln w="12700">
            <a:solidFill>
              <a:schemeClr val="accent1"/>
            </a:solidFill>
          </a:ln>
        </p:spPr>
        <p:txBody>
          <a:bodyPr lIns="216000" tIns="216000" rIns="216000" bIns="216000" anchor="t" anchorCtr="0">
            <a:noAutofit/>
          </a:bodyPr>
          <a:lstStyle>
            <a:lvl1pPr marL="0">
              <a:lnSpc>
                <a:spcPct val="110000"/>
              </a:lnSpc>
              <a:spcBef>
                <a:spcPts val="600"/>
              </a:spcBef>
              <a:buFont typeface="Arial" panose="020B0604020202020204" pitchFamily="34" charset="0"/>
              <a:buNone/>
              <a:defRPr sz="1300">
                <a:solidFill>
                  <a:schemeClr val="tx1"/>
                </a:solidFill>
              </a:defRPr>
            </a:lvl1pPr>
            <a:lvl2pPr>
              <a:defRPr sz="1600">
                <a:solidFill>
                  <a:schemeClr val="tx1"/>
                </a:solidFill>
                <a:latin typeface="+mj-lt"/>
                <a:cs typeface="+mj-lt"/>
              </a:defRPr>
            </a:lvl2pPr>
            <a:lvl3pPr>
              <a:defRPr sz="3600">
                <a:solidFill>
                  <a:schemeClr val="accent1"/>
                </a:solidFill>
                <a:latin typeface="+mj-lt"/>
                <a:cs typeface="+mj-lt"/>
              </a:defRPr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itle Placeholder">
            <a:extLst>
              <a:ext uri="{FF2B5EF4-FFF2-40B4-BE49-F238E27FC236}">
                <a16:creationId xmlns:a16="http://schemas.microsoft.com/office/drawing/2014/main" id="{48B9B565-4127-1749-CC94-387CE3F7E35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87375" y="596581"/>
            <a:ext cx="11017250" cy="470898"/>
          </a:xfrm>
          <a:prstGeom prst="rect">
            <a:avLst/>
          </a:prstGeom>
        </p:spPr>
        <p:txBody>
          <a:bodyPr vert="horz" wrap="square" lIns="0" tIns="0" rIns="0" bIns="0" rtlCol="0" anchor="ctr" anchorCtr="0">
            <a:noAutofit/>
          </a:bodyPr>
          <a:lstStyle>
            <a:lvl1pPr algn="l">
              <a:lnSpc>
                <a:spcPct val="85000"/>
              </a:lnSpc>
              <a:defRPr sz="3600" b="0" spc="-151" baseline="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Click To Edit Master Text</a:t>
            </a:r>
            <a:r>
              <a:rPr lang="ru-RU" dirty="0"/>
              <a:t> </a:t>
            </a:r>
            <a:r>
              <a:rPr lang="en-US" dirty="0"/>
              <a:t>Styles</a:t>
            </a:r>
            <a:endParaRPr lang="ru-RU" dirty="0"/>
          </a:p>
        </p:txBody>
      </p:sp>
      <p:sp>
        <p:nvSpPr>
          <p:cNvPr id="11" name="Content Placeholder 9">
            <a:extLst>
              <a:ext uri="{FF2B5EF4-FFF2-40B4-BE49-F238E27FC236}">
                <a16:creationId xmlns:a16="http://schemas.microsoft.com/office/drawing/2014/main" id="{A39762DC-F32E-4312-37A4-5EDA389CDD92}"/>
              </a:ext>
            </a:extLst>
          </p:cNvPr>
          <p:cNvSpPr>
            <a:spLocks noGrp="1"/>
          </p:cNvSpPr>
          <p:nvPr>
            <p:ph sz="quarter" idx="16"/>
          </p:nvPr>
        </p:nvSpPr>
        <p:spPr>
          <a:xfrm>
            <a:off x="9012358" y="1481329"/>
            <a:ext cx="2592267" cy="2286000"/>
          </a:xfrm>
          <a:noFill/>
          <a:ln w="12700">
            <a:solidFill>
              <a:schemeClr val="accent1"/>
            </a:solidFill>
          </a:ln>
        </p:spPr>
        <p:txBody>
          <a:bodyPr lIns="216000" tIns="216000" rIns="216000" bIns="216000" anchor="t" anchorCtr="0">
            <a:noAutofit/>
          </a:bodyPr>
          <a:lstStyle>
            <a:lvl1pPr marL="0">
              <a:lnSpc>
                <a:spcPct val="110000"/>
              </a:lnSpc>
              <a:spcBef>
                <a:spcPts val="600"/>
              </a:spcBef>
              <a:buFont typeface="Arial" panose="020B0604020202020204" pitchFamily="34" charset="0"/>
              <a:buNone/>
              <a:defRPr sz="1300">
                <a:solidFill>
                  <a:schemeClr val="tx1"/>
                </a:solidFill>
              </a:defRPr>
            </a:lvl1pPr>
            <a:lvl2pPr>
              <a:defRPr sz="1600">
                <a:solidFill>
                  <a:schemeClr val="tx1"/>
                </a:solidFill>
                <a:latin typeface="+mj-lt"/>
                <a:cs typeface="+mj-lt"/>
              </a:defRPr>
            </a:lvl2pPr>
            <a:lvl3pPr>
              <a:defRPr sz="3600">
                <a:solidFill>
                  <a:schemeClr val="accent1"/>
                </a:solidFill>
                <a:latin typeface="+mj-lt"/>
                <a:cs typeface="+mj-lt"/>
              </a:defRPr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Content Placeholder 9">
            <a:extLst>
              <a:ext uri="{FF2B5EF4-FFF2-40B4-BE49-F238E27FC236}">
                <a16:creationId xmlns:a16="http://schemas.microsoft.com/office/drawing/2014/main" id="{49FEEC98-96B4-267F-C01B-20EAA1E9CCBD}"/>
              </a:ext>
            </a:extLst>
          </p:cNvPr>
          <p:cNvSpPr>
            <a:spLocks noGrp="1"/>
          </p:cNvSpPr>
          <p:nvPr>
            <p:ph sz="quarter" idx="17"/>
          </p:nvPr>
        </p:nvSpPr>
        <p:spPr>
          <a:xfrm>
            <a:off x="3395662" y="3987800"/>
            <a:ext cx="2592267" cy="2286000"/>
          </a:xfrm>
          <a:noFill/>
          <a:ln w="12700">
            <a:solidFill>
              <a:schemeClr val="accent1"/>
            </a:solidFill>
          </a:ln>
        </p:spPr>
        <p:txBody>
          <a:bodyPr lIns="216000" tIns="216000" rIns="216000" bIns="216000" anchor="t" anchorCtr="0">
            <a:noAutofit/>
          </a:bodyPr>
          <a:lstStyle>
            <a:lvl1pPr marL="0">
              <a:lnSpc>
                <a:spcPct val="110000"/>
              </a:lnSpc>
              <a:spcBef>
                <a:spcPts val="600"/>
              </a:spcBef>
              <a:buFont typeface="Arial" panose="020B0604020202020204" pitchFamily="34" charset="0"/>
              <a:buNone/>
              <a:defRPr sz="1300">
                <a:solidFill>
                  <a:schemeClr val="tx1"/>
                </a:solidFill>
              </a:defRPr>
            </a:lvl1pPr>
            <a:lvl2pPr>
              <a:defRPr sz="1600">
                <a:solidFill>
                  <a:schemeClr val="tx1"/>
                </a:solidFill>
                <a:latin typeface="+mj-lt"/>
                <a:cs typeface="+mj-lt"/>
              </a:defRPr>
            </a:lvl2pPr>
            <a:lvl3pPr>
              <a:defRPr sz="3600">
                <a:solidFill>
                  <a:schemeClr val="accent1"/>
                </a:solidFill>
                <a:latin typeface="+mj-lt"/>
                <a:cs typeface="+mj-lt"/>
              </a:defRPr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9">
            <a:extLst>
              <a:ext uri="{FF2B5EF4-FFF2-40B4-BE49-F238E27FC236}">
                <a16:creationId xmlns:a16="http://schemas.microsoft.com/office/drawing/2014/main" id="{BECFCB75-68AE-CC3A-2067-2422287363B1}"/>
              </a:ext>
            </a:extLst>
          </p:cNvPr>
          <p:cNvSpPr>
            <a:spLocks noGrp="1"/>
          </p:cNvSpPr>
          <p:nvPr>
            <p:ph sz="quarter" idx="18"/>
          </p:nvPr>
        </p:nvSpPr>
        <p:spPr>
          <a:xfrm>
            <a:off x="587375" y="3988671"/>
            <a:ext cx="2592387" cy="2286000"/>
          </a:xfrm>
          <a:noFill/>
          <a:ln w="12700">
            <a:solidFill>
              <a:schemeClr val="accent1"/>
            </a:solidFill>
          </a:ln>
        </p:spPr>
        <p:txBody>
          <a:bodyPr lIns="216000" tIns="216000" rIns="216000" bIns="216000" anchor="t" anchorCtr="0">
            <a:noAutofit/>
          </a:bodyPr>
          <a:lstStyle>
            <a:lvl1pPr marL="0">
              <a:lnSpc>
                <a:spcPct val="110000"/>
              </a:lnSpc>
              <a:spcBef>
                <a:spcPts val="600"/>
              </a:spcBef>
              <a:buFont typeface="Arial" panose="020B0604020202020204" pitchFamily="34" charset="0"/>
              <a:buNone/>
              <a:defRPr sz="1300">
                <a:solidFill>
                  <a:schemeClr val="tx1"/>
                </a:solidFill>
              </a:defRPr>
            </a:lvl1pPr>
            <a:lvl2pPr>
              <a:defRPr sz="1600">
                <a:solidFill>
                  <a:schemeClr val="tx1"/>
                </a:solidFill>
                <a:latin typeface="+mj-lt"/>
                <a:cs typeface="+mj-lt"/>
              </a:defRPr>
            </a:lvl2pPr>
            <a:lvl3pPr>
              <a:defRPr sz="3600">
                <a:solidFill>
                  <a:schemeClr val="accent1"/>
                </a:solidFill>
                <a:latin typeface="+mj-lt"/>
                <a:cs typeface="+mj-lt"/>
              </a:defRPr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Content Placeholder 9">
            <a:extLst>
              <a:ext uri="{FF2B5EF4-FFF2-40B4-BE49-F238E27FC236}">
                <a16:creationId xmlns:a16="http://schemas.microsoft.com/office/drawing/2014/main" id="{6E968E43-0DB3-9745-3850-7316EF14BB83}"/>
              </a:ext>
            </a:extLst>
          </p:cNvPr>
          <p:cNvSpPr>
            <a:spLocks noGrp="1"/>
          </p:cNvSpPr>
          <p:nvPr>
            <p:ph sz="quarter" idx="19"/>
          </p:nvPr>
        </p:nvSpPr>
        <p:spPr>
          <a:xfrm>
            <a:off x="6203949" y="3987800"/>
            <a:ext cx="2592267" cy="2286000"/>
          </a:xfrm>
          <a:noFill/>
          <a:ln w="12700">
            <a:solidFill>
              <a:schemeClr val="accent1"/>
            </a:solidFill>
          </a:ln>
        </p:spPr>
        <p:txBody>
          <a:bodyPr lIns="216000" tIns="216000" rIns="216000" bIns="216000" anchor="t" anchorCtr="0">
            <a:noAutofit/>
          </a:bodyPr>
          <a:lstStyle>
            <a:lvl1pPr marL="0">
              <a:lnSpc>
                <a:spcPct val="110000"/>
              </a:lnSpc>
              <a:spcBef>
                <a:spcPts val="600"/>
              </a:spcBef>
              <a:buFont typeface="Arial" panose="020B0604020202020204" pitchFamily="34" charset="0"/>
              <a:buNone/>
              <a:defRPr sz="1300">
                <a:solidFill>
                  <a:schemeClr val="tx1"/>
                </a:solidFill>
              </a:defRPr>
            </a:lvl1pPr>
            <a:lvl2pPr>
              <a:defRPr sz="1600">
                <a:solidFill>
                  <a:schemeClr val="tx1"/>
                </a:solidFill>
                <a:latin typeface="+mj-lt"/>
                <a:cs typeface="+mj-lt"/>
              </a:defRPr>
            </a:lvl2pPr>
            <a:lvl3pPr>
              <a:defRPr sz="3600">
                <a:solidFill>
                  <a:schemeClr val="accent1"/>
                </a:solidFill>
                <a:latin typeface="+mj-lt"/>
                <a:cs typeface="+mj-lt"/>
              </a:defRPr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2FCB410C-4026-6F50-F83E-18FE54E45706}"/>
              </a:ext>
            </a:extLst>
          </p:cNvPr>
          <p:cNvSpPr>
            <a:spLocks noGrp="1"/>
          </p:cNvSpPr>
          <p:nvPr>
            <p:ph sz="quarter" idx="20"/>
          </p:nvPr>
        </p:nvSpPr>
        <p:spPr>
          <a:xfrm>
            <a:off x="9012357" y="3987800"/>
            <a:ext cx="2592267" cy="2286000"/>
          </a:xfrm>
          <a:noFill/>
          <a:ln w="12700">
            <a:solidFill>
              <a:schemeClr val="accent1"/>
            </a:solidFill>
          </a:ln>
        </p:spPr>
        <p:txBody>
          <a:bodyPr lIns="216000" tIns="216000" rIns="216000" bIns="216000" anchor="t" anchorCtr="0">
            <a:noAutofit/>
          </a:bodyPr>
          <a:lstStyle>
            <a:lvl1pPr marL="0">
              <a:lnSpc>
                <a:spcPct val="110000"/>
              </a:lnSpc>
              <a:spcBef>
                <a:spcPts val="600"/>
              </a:spcBef>
              <a:buFont typeface="Arial" panose="020B0604020202020204" pitchFamily="34" charset="0"/>
              <a:buNone/>
              <a:defRPr sz="1300">
                <a:solidFill>
                  <a:schemeClr val="tx1"/>
                </a:solidFill>
              </a:defRPr>
            </a:lvl1pPr>
            <a:lvl2pPr>
              <a:defRPr sz="1600">
                <a:solidFill>
                  <a:schemeClr val="tx1"/>
                </a:solidFill>
                <a:latin typeface="+mj-lt"/>
                <a:cs typeface="+mj-lt"/>
              </a:defRPr>
            </a:lvl2pPr>
            <a:lvl3pPr>
              <a:defRPr sz="3600">
                <a:solidFill>
                  <a:schemeClr val="accent1"/>
                </a:solidFill>
                <a:latin typeface="+mj-lt"/>
                <a:cs typeface="+mj-lt"/>
              </a:defRPr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852523393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8BoxIntroV1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9"/>
          <p:cNvSpPr>
            <a:spLocks noGrp="1"/>
          </p:cNvSpPr>
          <p:nvPr>
            <p:ph sz="quarter" idx="21"/>
          </p:nvPr>
        </p:nvSpPr>
        <p:spPr>
          <a:xfrm>
            <a:off x="587497" y="1941419"/>
            <a:ext cx="2592267" cy="2052000"/>
          </a:xfrm>
          <a:prstGeom prst="rect">
            <a:avLst/>
          </a:prstGeom>
          <a:solidFill>
            <a:schemeClr val="accent6"/>
          </a:solidFill>
        </p:spPr>
        <p:txBody>
          <a:bodyPr lIns="216000" tIns="216000" rIns="216000" bIns="216000" anchor="t" anchorCtr="0">
            <a:noAutofit/>
          </a:bodyPr>
          <a:lstStyle>
            <a:lvl1pPr marL="0">
              <a:lnSpc>
                <a:spcPct val="110000"/>
              </a:lnSpc>
              <a:spcBef>
                <a:spcPts val="600"/>
              </a:spcBef>
              <a:buFont typeface="Arial" panose="020B0604020202020204" pitchFamily="34" charset="0"/>
              <a:buNone/>
              <a:defRPr sz="1300">
                <a:solidFill>
                  <a:schemeClr val="bg1"/>
                </a:solidFill>
              </a:defRPr>
            </a:lvl1pPr>
            <a:lvl2pPr>
              <a:defRPr sz="1600">
                <a:solidFill>
                  <a:schemeClr val="bg1"/>
                </a:solidFill>
                <a:latin typeface="+mj-lt"/>
                <a:cs typeface="+mj-lt"/>
              </a:defRPr>
            </a:lvl2pPr>
            <a:lvl3pPr>
              <a:defRPr sz="3600">
                <a:solidFill>
                  <a:schemeClr val="accent1"/>
                </a:solidFill>
                <a:latin typeface="+mj-lt"/>
                <a:cs typeface="+mj-lt"/>
              </a:defRPr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Content Placeholder 9"/>
          <p:cNvSpPr>
            <a:spLocks noGrp="1"/>
          </p:cNvSpPr>
          <p:nvPr>
            <p:ph sz="quarter" idx="25"/>
          </p:nvPr>
        </p:nvSpPr>
        <p:spPr>
          <a:xfrm>
            <a:off x="3395905" y="1941419"/>
            <a:ext cx="2592267" cy="2052000"/>
          </a:xfrm>
          <a:prstGeom prst="rect">
            <a:avLst/>
          </a:prstGeom>
          <a:solidFill>
            <a:schemeClr val="accent6"/>
          </a:solidFill>
        </p:spPr>
        <p:txBody>
          <a:bodyPr lIns="216000" tIns="216000" rIns="216000" bIns="216000" anchor="t" anchorCtr="0">
            <a:noAutofit/>
          </a:bodyPr>
          <a:lstStyle>
            <a:lvl1pPr marL="0">
              <a:lnSpc>
                <a:spcPct val="110000"/>
              </a:lnSpc>
              <a:spcBef>
                <a:spcPts val="600"/>
              </a:spcBef>
              <a:buFont typeface="Arial" panose="020B0604020202020204" pitchFamily="34" charset="0"/>
              <a:buNone/>
              <a:defRPr sz="1300">
                <a:solidFill>
                  <a:schemeClr val="bg1"/>
                </a:solidFill>
              </a:defRPr>
            </a:lvl1pPr>
            <a:lvl2pPr>
              <a:defRPr sz="1600">
                <a:solidFill>
                  <a:schemeClr val="bg1"/>
                </a:solidFill>
                <a:latin typeface="+mj-lt"/>
                <a:cs typeface="+mj-lt"/>
              </a:defRPr>
            </a:lvl2pPr>
            <a:lvl3pPr>
              <a:defRPr sz="3600">
                <a:solidFill>
                  <a:schemeClr val="accent1"/>
                </a:solidFill>
                <a:latin typeface="+mj-lt"/>
                <a:cs typeface="+mj-lt"/>
              </a:defRPr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9"/>
          <p:cNvSpPr>
            <a:spLocks noGrp="1"/>
          </p:cNvSpPr>
          <p:nvPr>
            <p:ph sz="quarter" idx="26"/>
          </p:nvPr>
        </p:nvSpPr>
        <p:spPr>
          <a:xfrm>
            <a:off x="6203950" y="1941419"/>
            <a:ext cx="2592267" cy="2052000"/>
          </a:xfrm>
          <a:prstGeom prst="rect">
            <a:avLst/>
          </a:prstGeom>
          <a:solidFill>
            <a:schemeClr val="accent6"/>
          </a:solidFill>
        </p:spPr>
        <p:txBody>
          <a:bodyPr lIns="216000" tIns="216000" rIns="216000" bIns="216000" anchor="t" anchorCtr="0">
            <a:noAutofit/>
          </a:bodyPr>
          <a:lstStyle>
            <a:lvl1pPr marL="0">
              <a:lnSpc>
                <a:spcPct val="110000"/>
              </a:lnSpc>
              <a:spcBef>
                <a:spcPts val="600"/>
              </a:spcBef>
              <a:buFont typeface="Arial" panose="020B0604020202020204" pitchFamily="34" charset="0"/>
              <a:buNone/>
              <a:defRPr sz="1300">
                <a:solidFill>
                  <a:schemeClr val="bg1"/>
                </a:solidFill>
              </a:defRPr>
            </a:lvl1pPr>
            <a:lvl2pPr>
              <a:defRPr sz="1600">
                <a:solidFill>
                  <a:schemeClr val="bg1"/>
                </a:solidFill>
                <a:latin typeface="+mj-lt"/>
                <a:cs typeface="+mj-lt"/>
              </a:defRPr>
            </a:lvl2pPr>
            <a:lvl3pPr>
              <a:defRPr sz="3600">
                <a:solidFill>
                  <a:schemeClr val="accent1"/>
                </a:solidFill>
                <a:latin typeface="+mj-lt"/>
                <a:cs typeface="+mj-lt"/>
              </a:defRPr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Content Placeholder 9"/>
          <p:cNvSpPr>
            <a:spLocks noGrp="1"/>
          </p:cNvSpPr>
          <p:nvPr>
            <p:ph sz="quarter" idx="27"/>
          </p:nvPr>
        </p:nvSpPr>
        <p:spPr>
          <a:xfrm>
            <a:off x="9012358" y="1941419"/>
            <a:ext cx="2592267" cy="2052000"/>
          </a:xfrm>
          <a:prstGeom prst="rect">
            <a:avLst/>
          </a:prstGeom>
          <a:solidFill>
            <a:schemeClr val="accent6"/>
          </a:solidFill>
        </p:spPr>
        <p:txBody>
          <a:bodyPr lIns="216000" tIns="216000" rIns="216000" bIns="216000" anchor="t" anchorCtr="0">
            <a:noAutofit/>
          </a:bodyPr>
          <a:lstStyle>
            <a:lvl1pPr marL="0">
              <a:lnSpc>
                <a:spcPct val="110000"/>
              </a:lnSpc>
              <a:spcBef>
                <a:spcPts val="600"/>
              </a:spcBef>
              <a:buFont typeface="Arial" panose="020B0604020202020204" pitchFamily="34" charset="0"/>
              <a:buNone/>
              <a:defRPr sz="1300">
                <a:solidFill>
                  <a:schemeClr val="bg1"/>
                </a:solidFill>
              </a:defRPr>
            </a:lvl1pPr>
            <a:lvl2pPr>
              <a:defRPr sz="1600">
                <a:solidFill>
                  <a:schemeClr val="bg1"/>
                </a:solidFill>
                <a:latin typeface="+mj-lt"/>
                <a:cs typeface="+mj-lt"/>
              </a:defRPr>
            </a:lvl2pPr>
            <a:lvl3pPr>
              <a:defRPr sz="3600">
                <a:solidFill>
                  <a:schemeClr val="accent1"/>
                </a:solidFill>
                <a:latin typeface="+mj-lt"/>
                <a:cs typeface="+mj-lt"/>
              </a:defRPr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9"/>
          <p:cNvSpPr>
            <a:spLocks noGrp="1"/>
          </p:cNvSpPr>
          <p:nvPr>
            <p:ph sz="quarter" idx="28"/>
          </p:nvPr>
        </p:nvSpPr>
        <p:spPr>
          <a:xfrm>
            <a:off x="587255" y="4212827"/>
            <a:ext cx="2592267" cy="2052000"/>
          </a:xfrm>
          <a:prstGeom prst="rect">
            <a:avLst/>
          </a:prstGeom>
          <a:solidFill>
            <a:schemeClr val="accent6"/>
          </a:solidFill>
        </p:spPr>
        <p:txBody>
          <a:bodyPr lIns="216000" tIns="216000" rIns="216000" bIns="216000" anchor="t" anchorCtr="0">
            <a:noAutofit/>
          </a:bodyPr>
          <a:lstStyle>
            <a:lvl1pPr marL="0">
              <a:lnSpc>
                <a:spcPct val="110000"/>
              </a:lnSpc>
              <a:spcBef>
                <a:spcPts val="600"/>
              </a:spcBef>
              <a:buFont typeface="Arial" panose="020B0604020202020204" pitchFamily="34" charset="0"/>
              <a:buNone/>
              <a:defRPr sz="1300">
                <a:solidFill>
                  <a:schemeClr val="bg1"/>
                </a:solidFill>
              </a:defRPr>
            </a:lvl1pPr>
            <a:lvl2pPr>
              <a:defRPr sz="1600">
                <a:solidFill>
                  <a:schemeClr val="bg1"/>
                </a:solidFill>
                <a:latin typeface="+mj-lt"/>
                <a:cs typeface="+mj-lt"/>
              </a:defRPr>
            </a:lvl2pPr>
            <a:lvl3pPr>
              <a:defRPr sz="3600">
                <a:solidFill>
                  <a:schemeClr val="accent1"/>
                </a:solidFill>
                <a:latin typeface="+mj-lt"/>
                <a:cs typeface="+mj-lt"/>
              </a:defRPr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Content Placeholder 9"/>
          <p:cNvSpPr>
            <a:spLocks noGrp="1"/>
          </p:cNvSpPr>
          <p:nvPr>
            <p:ph sz="quarter" idx="29"/>
          </p:nvPr>
        </p:nvSpPr>
        <p:spPr>
          <a:xfrm>
            <a:off x="3395663" y="4212827"/>
            <a:ext cx="2592267" cy="2052000"/>
          </a:xfrm>
          <a:prstGeom prst="rect">
            <a:avLst/>
          </a:prstGeom>
          <a:solidFill>
            <a:schemeClr val="accent6"/>
          </a:solidFill>
        </p:spPr>
        <p:txBody>
          <a:bodyPr lIns="216000" tIns="216000" rIns="216000" bIns="216000" anchor="t" anchorCtr="0">
            <a:noAutofit/>
          </a:bodyPr>
          <a:lstStyle>
            <a:lvl1pPr marL="0">
              <a:lnSpc>
                <a:spcPct val="110000"/>
              </a:lnSpc>
              <a:spcBef>
                <a:spcPts val="600"/>
              </a:spcBef>
              <a:buFont typeface="Arial" panose="020B0604020202020204" pitchFamily="34" charset="0"/>
              <a:buNone/>
              <a:defRPr sz="1300">
                <a:solidFill>
                  <a:schemeClr val="bg1"/>
                </a:solidFill>
              </a:defRPr>
            </a:lvl1pPr>
            <a:lvl2pPr>
              <a:defRPr sz="1600">
                <a:solidFill>
                  <a:schemeClr val="bg1"/>
                </a:solidFill>
                <a:latin typeface="+mj-lt"/>
                <a:cs typeface="+mj-lt"/>
              </a:defRPr>
            </a:lvl2pPr>
            <a:lvl3pPr>
              <a:defRPr sz="3600">
                <a:solidFill>
                  <a:schemeClr val="accent1"/>
                </a:solidFill>
                <a:latin typeface="+mj-lt"/>
                <a:cs typeface="+mj-lt"/>
              </a:defRPr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Content Placeholder 9"/>
          <p:cNvSpPr>
            <a:spLocks noGrp="1"/>
          </p:cNvSpPr>
          <p:nvPr>
            <p:ph sz="quarter" idx="30"/>
          </p:nvPr>
        </p:nvSpPr>
        <p:spPr>
          <a:xfrm>
            <a:off x="6203708" y="4212827"/>
            <a:ext cx="2592267" cy="2052000"/>
          </a:xfrm>
          <a:prstGeom prst="rect">
            <a:avLst/>
          </a:prstGeom>
          <a:solidFill>
            <a:schemeClr val="accent6"/>
          </a:solidFill>
        </p:spPr>
        <p:txBody>
          <a:bodyPr lIns="216000" tIns="216000" rIns="216000" bIns="216000" anchor="t" anchorCtr="0">
            <a:noAutofit/>
          </a:bodyPr>
          <a:lstStyle>
            <a:lvl1pPr marL="0">
              <a:lnSpc>
                <a:spcPct val="110000"/>
              </a:lnSpc>
              <a:spcBef>
                <a:spcPts val="600"/>
              </a:spcBef>
              <a:buFont typeface="Arial" panose="020B0604020202020204" pitchFamily="34" charset="0"/>
              <a:buNone/>
              <a:defRPr sz="1300">
                <a:solidFill>
                  <a:schemeClr val="bg1"/>
                </a:solidFill>
              </a:defRPr>
            </a:lvl1pPr>
            <a:lvl2pPr>
              <a:defRPr sz="1600">
                <a:solidFill>
                  <a:schemeClr val="bg1"/>
                </a:solidFill>
                <a:latin typeface="+mj-lt"/>
                <a:cs typeface="+mj-lt"/>
              </a:defRPr>
            </a:lvl2pPr>
            <a:lvl3pPr>
              <a:defRPr sz="3600">
                <a:solidFill>
                  <a:schemeClr val="accent1"/>
                </a:solidFill>
                <a:latin typeface="+mj-lt"/>
                <a:cs typeface="+mj-lt"/>
              </a:defRPr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Content Placeholder 9"/>
          <p:cNvSpPr>
            <a:spLocks noGrp="1"/>
          </p:cNvSpPr>
          <p:nvPr>
            <p:ph sz="quarter" idx="31"/>
          </p:nvPr>
        </p:nvSpPr>
        <p:spPr>
          <a:xfrm>
            <a:off x="9012116" y="4212827"/>
            <a:ext cx="2592267" cy="2052000"/>
          </a:xfrm>
          <a:prstGeom prst="rect">
            <a:avLst/>
          </a:prstGeom>
          <a:solidFill>
            <a:schemeClr val="accent6"/>
          </a:solidFill>
        </p:spPr>
        <p:txBody>
          <a:bodyPr lIns="216000" tIns="216000" rIns="216000" bIns="216000" anchor="t" anchorCtr="0">
            <a:noAutofit/>
          </a:bodyPr>
          <a:lstStyle>
            <a:lvl1pPr marL="0">
              <a:lnSpc>
                <a:spcPct val="110000"/>
              </a:lnSpc>
              <a:spcBef>
                <a:spcPts val="600"/>
              </a:spcBef>
              <a:buFont typeface="Arial" panose="020B0604020202020204" pitchFamily="34" charset="0"/>
              <a:buNone/>
              <a:defRPr sz="1300">
                <a:solidFill>
                  <a:schemeClr val="bg1"/>
                </a:solidFill>
              </a:defRPr>
            </a:lvl1pPr>
            <a:lvl2pPr>
              <a:defRPr sz="1600">
                <a:solidFill>
                  <a:schemeClr val="bg1"/>
                </a:solidFill>
                <a:latin typeface="+mj-lt"/>
                <a:cs typeface="+mj-lt"/>
              </a:defRPr>
            </a:lvl2pPr>
            <a:lvl3pPr>
              <a:defRPr sz="3600">
                <a:solidFill>
                  <a:schemeClr val="accent1"/>
                </a:solidFill>
                <a:latin typeface="+mj-lt"/>
                <a:cs typeface="+mj-lt"/>
              </a:defRPr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Intro Placeholder"/>
          <p:cNvSpPr>
            <a:spLocks noGrp="1"/>
          </p:cNvSpPr>
          <p:nvPr>
            <p:ph type="body" sz="quarter" idx="19"/>
          </p:nvPr>
        </p:nvSpPr>
        <p:spPr>
          <a:xfrm>
            <a:off x="588625" y="1296391"/>
            <a:ext cx="11016000" cy="422873"/>
          </a:xfrm>
        </p:spPr>
        <p:txBody>
          <a:bodyPr lIns="0" tIns="0" rIns="0" bIns="0">
            <a:noAutofit/>
          </a:bodyPr>
          <a:lstStyle>
            <a:lvl1pPr marL="0" indent="0">
              <a:lnSpc>
                <a:spcPct val="110000"/>
              </a:lnSpc>
              <a:spcBef>
                <a:spcPts val="600"/>
              </a:spcBef>
              <a:buNone/>
              <a:defRPr sz="13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intro text</a:t>
            </a:r>
          </a:p>
        </p:txBody>
      </p:sp>
      <p:sp>
        <p:nvSpPr>
          <p:cNvPr id="11" name="Title Placeholder"/>
          <p:cNvSpPr>
            <a:spLocks noGrp="1"/>
          </p:cNvSpPr>
          <p:nvPr>
            <p:ph type="title" hasCustomPrompt="1"/>
          </p:nvPr>
        </p:nvSpPr>
        <p:spPr>
          <a:xfrm>
            <a:off x="587375" y="601927"/>
            <a:ext cx="11017250" cy="470898"/>
          </a:xfrm>
          <a:prstGeom prst="rect">
            <a:avLst/>
          </a:prstGeom>
        </p:spPr>
        <p:txBody>
          <a:bodyPr vert="horz" wrap="square" lIns="0" tIns="0" rIns="0" bIns="0" rtlCol="0" anchor="ctr" anchorCtr="0">
            <a:noAutofit/>
          </a:bodyPr>
          <a:lstStyle>
            <a:lvl1pPr algn="l">
              <a:lnSpc>
                <a:spcPct val="85000"/>
              </a:lnSpc>
              <a:defRPr sz="3600" b="0" spc="-150" baseline="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3Box+ImageV2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3"/>
          <p:cNvSpPr>
            <a:spLocks noGrp="1"/>
          </p:cNvSpPr>
          <p:nvPr>
            <p:ph sz="quarter" idx="14"/>
          </p:nvPr>
        </p:nvSpPr>
        <p:spPr>
          <a:xfrm>
            <a:off x="4332289" y="1763562"/>
            <a:ext cx="7272337" cy="1350000"/>
          </a:xfrm>
          <a:noFill/>
          <a:ln w="12700">
            <a:solidFill>
              <a:schemeClr val="accent1"/>
            </a:solidFill>
          </a:ln>
        </p:spPr>
        <p:txBody>
          <a:bodyPr lIns="216000" tIns="216000" rIns="216000" bIns="216000" anchor="t" anchorCtr="0">
            <a:noAutofit/>
          </a:bodyPr>
          <a:lstStyle>
            <a:lvl1pPr marL="0">
              <a:lnSpc>
                <a:spcPct val="110000"/>
              </a:lnSpc>
              <a:spcBef>
                <a:spcPts val="600"/>
              </a:spcBef>
              <a:buFont typeface="Arial" panose="020B0604020202020204" pitchFamily="34" charset="0"/>
              <a:buNone/>
              <a:defRPr sz="1300">
                <a:solidFill>
                  <a:schemeClr val="tx1"/>
                </a:solidFill>
              </a:defRPr>
            </a:lvl1pPr>
            <a:lvl2pPr>
              <a:defRPr sz="1600">
                <a:solidFill>
                  <a:schemeClr val="tx1"/>
                </a:solidFill>
                <a:latin typeface="+mj-lt"/>
                <a:cs typeface="+mj-lt"/>
              </a:defRPr>
            </a:lvl2pPr>
            <a:lvl3pPr>
              <a:defRPr sz="3600">
                <a:solidFill>
                  <a:schemeClr val="accent1"/>
                </a:solidFill>
                <a:latin typeface="+mj-lt"/>
                <a:cs typeface="+mj-lt"/>
              </a:defRPr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4"/>
          <p:cNvSpPr>
            <a:spLocks noGrp="1"/>
          </p:cNvSpPr>
          <p:nvPr>
            <p:ph sz="quarter" idx="18"/>
          </p:nvPr>
        </p:nvSpPr>
        <p:spPr>
          <a:xfrm>
            <a:off x="4332289" y="3343681"/>
            <a:ext cx="7272337" cy="1350000"/>
          </a:xfrm>
          <a:noFill/>
          <a:ln w="12700">
            <a:solidFill>
              <a:schemeClr val="accent1"/>
            </a:solidFill>
          </a:ln>
        </p:spPr>
        <p:txBody>
          <a:bodyPr lIns="216000" tIns="216000" rIns="216000" bIns="216000" anchor="t" anchorCtr="0">
            <a:noAutofit/>
          </a:bodyPr>
          <a:lstStyle>
            <a:lvl1pPr marL="0">
              <a:lnSpc>
                <a:spcPct val="110000"/>
              </a:lnSpc>
              <a:spcBef>
                <a:spcPts val="600"/>
              </a:spcBef>
              <a:buFont typeface="Arial" panose="020B0604020202020204" pitchFamily="34" charset="0"/>
              <a:buNone/>
              <a:defRPr sz="1300">
                <a:solidFill>
                  <a:schemeClr val="tx1"/>
                </a:solidFill>
              </a:defRPr>
            </a:lvl1pPr>
            <a:lvl2pPr>
              <a:defRPr sz="1600">
                <a:solidFill>
                  <a:schemeClr val="tx1"/>
                </a:solidFill>
                <a:latin typeface="+mj-lt"/>
                <a:cs typeface="+mj-lt"/>
              </a:defRPr>
            </a:lvl2pPr>
            <a:lvl3pPr>
              <a:defRPr sz="3600">
                <a:solidFill>
                  <a:schemeClr val="accent1"/>
                </a:solidFill>
                <a:latin typeface="+mj-lt"/>
                <a:cs typeface="+mj-lt"/>
              </a:defRPr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Content Placeholder 5"/>
          <p:cNvSpPr>
            <a:spLocks noGrp="1"/>
          </p:cNvSpPr>
          <p:nvPr>
            <p:ph sz="quarter" idx="19"/>
          </p:nvPr>
        </p:nvSpPr>
        <p:spPr>
          <a:xfrm>
            <a:off x="4332290" y="4923800"/>
            <a:ext cx="7272337" cy="1350000"/>
          </a:xfrm>
          <a:noFill/>
          <a:ln w="12700">
            <a:solidFill>
              <a:schemeClr val="accent1"/>
            </a:solidFill>
          </a:ln>
        </p:spPr>
        <p:txBody>
          <a:bodyPr lIns="216000" tIns="216000" rIns="216000" bIns="216000" anchor="t" anchorCtr="0">
            <a:noAutofit/>
          </a:bodyPr>
          <a:lstStyle>
            <a:lvl1pPr marL="0">
              <a:lnSpc>
                <a:spcPct val="110000"/>
              </a:lnSpc>
              <a:spcBef>
                <a:spcPts val="600"/>
              </a:spcBef>
              <a:buFont typeface="Arial" panose="020B0604020202020204" pitchFamily="34" charset="0"/>
              <a:buNone/>
              <a:defRPr sz="1300">
                <a:solidFill>
                  <a:schemeClr val="tx1"/>
                </a:solidFill>
              </a:defRPr>
            </a:lvl1pPr>
            <a:lvl2pPr>
              <a:defRPr sz="1600">
                <a:solidFill>
                  <a:schemeClr val="tx1"/>
                </a:solidFill>
                <a:latin typeface="+mj-lt"/>
                <a:cs typeface="+mj-lt"/>
              </a:defRPr>
            </a:lvl2pPr>
            <a:lvl3pPr>
              <a:defRPr sz="3600">
                <a:solidFill>
                  <a:schemeClr val="accent1"/>
                </a:solidFill>
                <a:latin typeface="+mj-lt"/>
                <a:cs typeface="+mj-lt"/>
              </a:defRPr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Picture Placeholder"/>
          <p:cNvSpPr>
            <a:spLocks noGrp="1"/>
          </p:cNvSpPr>
          <p:nvPr>
            <p:ph type="pic" sz="quarter" idx="17"/>
          </p:nvPr>
        </p:nvSpPr>
        <p:spPr>
          <a:xfrm>
            <a:off x="0" y="0"/>
            <a:ext cx="3900287" cy="6822000"/>
          </a:xfrm>
        </p:spPr>
        <p:txBody>
          <a:bodyPr/>
          <a:lstStyle/>
          <a:p>
            <a:endParaRPr lang="en-US"/>
          </a:p>
        </p:txBody>
      </p:sp>
      <p:sp>
        <p:nvSpPr>
          <p:cNvPr id="9" name="Title Placeholder"/>
          <p:cNvSpPr>
            <a:spLocks noGrp="1"/>
          </p:cNvSpPr>
          <p:nvPr>
            <p:ph type="title" hasCustomPrompt="1"/>
          </p:nvPr>
        </p:nvSpPr>
        <p:spPr>
          <a:xfrm>
            <a:off x="4332288" y="600430"/>
            <a:ext cx="7272337" cy="945708"/>
          </a:xfrm>
          <a:prstGeom prst="rect">
            <a:avLst/>
          </a:prstGeom>
        </p:spPr>
        <p:txBody>
          <a:bodyPr vert="horz" wrap="square" lIns="0" tIns="0" rIns="0" bIns="0" rtlCol="0" anchor="t" anchorCtr="0">
            <a:noAutofit/>
          </a:bodyPr>
          <a:lstStyle>
            <a:lvl1pPr algn="l">
              <a:lnSpc>
                <a:spcPct val="85000"/>
              </a:lnSpc>
              <a:defRPr sz="3600" b="0" spc="-151" baseline="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1Box+ImageV1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icture Placeholder"/>
          <p:cNvSpPr>
            <a:spLocks noGrp="1"/>
          </p:cNvSpPr>
          <p:nvPr>
            <p:ph type="pic" sz="quarter" idx="14"/>
          </p:nvPr>
        </p:nvSpPr>
        <p:spPr>
          <a:xfrm>
            <a:off x="0" y="0"/>
            <a:ext cx="4332288" cy="6822000"/>
          </a:xfrm>
        </p:spPr>
        <p:txBody>
          <a:bodyPr/>
          <a:lstStyle/>
          <a:p>
            <a:endParaRPr lang="en-US"/>
          </a:p>
        </p:txBody>
      </p:sp>
      <p:sp>
        <p:nvSpPr>
          <p:cNvPr id="3" name="Content Placeholder"/>
          <p:cNvSpPr>
            <a:spLocks noGrp="1"/>
          </p:cNvSpPr>
          <p:nvPr>
            <p:ph sz="quarter" idx="13"/>
          </p:nvPr>
        </p:nvSpPr>
        <p:spPr>
          <a:xfrm>
            <a:off x="5268913" y="2430463"/>
            <a:ext cx="6335712" cy="3841983"/>
          </a:xfrm>
          <a:solidFill>
            <a:schemeClr val="accent6"/>
          </a:solidFill>
          <a:ln w="12700">
            <a:noFill/>
          </a:ln>
        </p:spPr>
        <p:txBody>
          <a:bodyPr lIns="216000" tIns="216000" rIns="216000" bIns="216000" anchor="t" anchorCtr="0">
            <a:noAutofit/>
          </a:bodyPr>
          <a:lstStyle>
            <a:lvl1pPr marL="0">
              <a:lnSpc>
                <a:spcPct val="110000"/>
              </a:lnSpc>
              <a:spcBef>
                <a:spcPts val="600"/>
              </a:spcBef>
              <a:buFont typeface="Arial" panose="020B0604020202020204" pitchFamily="34" charset="0"/>
              <a:buNone/>
              <a:defRPr sz="1300">
                <a:solidFill>
                  <a:schemeClr val="bg1"/>
                </a:solidFill>
              </a:defRPr>
            </a:lvl1pPr>
            <a:lvl2pPr>
              <a:defRPr sz="1600">
                <a:solidFill>
                  <a:schemeClr val="bg1"/>
                </a:solidFill>
                <a:latin typeface="+mj-lt"/>
                <a:cs typeface="+mj-lt"/>
              </a:defRPr>
            </a:lvl2pPr>
            <a:lvl3pPr>
              <a:defRPr sz="3600">
                <a:solidFill>
                  <a:schemeClr val="accent1"/>
                </a:solidFill>
                <a:latin typeface="+mj-lt"/>
                <a:cs typeface="+mj-lt"/>
              </a:defRPr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itle Placeholder"/>
          <p:cNvSpPr>
            <a:spLocks noGrp="1"/>
          </p:cNvSpPr>
          <p:nvPr>
            <p:ph type="title" hasCustomPrompt="1"/>
          </p:nvPr>
        </p:nvSpPr>
        <p:spPr>
          <a:xfrm>
            <a:off x="5268913" y="593053"/>
            <a:ext cx="6335711" cy="1412694"/>
          </a:xfrm>
          <a:prstGeom prst="rect">
            <a:avLst/>
          </a:prstGeom>
        </p:spPr>
        <p:txBody>
          <a:bodyPr vert="horz" wrap="square" lIns="0" tIns="0" rIns="0" bIns="0" rtlCol="0" anchor="t" anchorCtr="0">
            <a:noAutofit/>
          </a:bodyPr>
          <a:lstStyle>
            <a:lvl1pPr algn="l">
              <a:lnSpc>
                <a:spcPct val="85000"/>
              </a:lnSpc>
              <a:defRPr sz="3600" b="0" spc="-151" baseline="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317356598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1Box+ImageV2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icture Placeholder"/>
          <p:cNvSpPr>
            <a:spLocks noGrp="1"/>
          </p:cNvSpPr>
          <p:nvPr>
            <p:ph type="pic" sz="quarter" idx="16"/>
          </p:nvPr>
        </p:nvSpPr>
        <p:spPr>
          <a:xfrm>
            <a:off x="0" y="0"/>
            <a:ext cx="12192000" cy="3105051"/>
          </a:xfrm>
        </p:spPr>
        <p:txBody>
          <a:bodyPr/>
          <a:lstStyle/>
          <a:p>
            <a:endParaRPr lang="en-US"/>
          </a:p>
        </p:txBody>
      </p:sp>
      <p:sp>
        <p:nvSpPr>
          <p:cNvPr id="3" name="Content Placeholder"/>
          <p:cNvSpPr>
            <a:spLocks noGrp="1"/>
          </p:cNvSpPr>
          <p:nvPr>
            <p:ph sz="quarter" idx="13"/>
          </p:nvPr>
        </p:nvSpPr>
        <p:spPr>
          <a:xfrm>
            <a:off x="587375" y="4433581"/>
            <a:ext cx="11017250" cy="1841044"/>
          </a:xfrm>
          <a:noFill/>
          <a:ln w="12700">
            <a:noFill/>
          </a:ln>
        </p:spPr>
        <p:txBody>
          <a:bodyPr lIns="216000" tIns="216000" rIns="0" bIns="216000" anchor="t" anchorCtr="0">
            <a:noAutofit/>
          </a:bodyPr>
          <a:lstStyle>
            <a:lvl1pPr marL="0">
              <a:lnSpc>
                <a:spcPct val="110000"/>
              </a:lnSpc>
              <a:spcBef>
                <a:spcPts val="600"/>
              </a:spcBef>
              <a:buFont typeface="Arial" panose="020B0604020202020204" pitchFamily="34" charset="0"/>
              <a:buNone/>
              <a:defRPr sz="1300">
                <a:solidFill>
                  <a:schemeClr val="bg1"/>
                </a:solidFill>
              </a:defRPr>
            </a:lvl1pPr>
            <a:lvl2pPr>
              <a:defRPr sz="1600">
                <a:solidFill>
                  <a:schemeClr val="bg1"/>
                </a:solidFill>
                <a:latin typeface="+mj-lt"/>
                <a:cs typeface="+mj-lt"/>
              </a:defRPr>
            </a:lvl2pPr>
            <a:lvl3pPr>
              <a:defRPr sz="3600">
                <a:solidFill>
                  <a:schemeClr val="accent1"/>
                </a:solidFill>
                <a:latin typeface="+mj-lt"/>
                <a:cs typeface="+mj-lt"/>
              </a:defRPr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itle Placeholder"/>
          <p:cNvSpPr>
            <a:spLocks noGrp="1"/>
          </p:cNvSpPr>
          <p:nvPr>
            <p:ph type="title" hasCustomPrompt="1"/>
          </p:nvPr>
        </p:nvSpPr>
        <p:spPr>
          <a:xfrm>
            <a:off x="587374" y="3524293"/>
            <a:ext cx="11017251" cy="474810"/>
          </a:xfrm>
          <a:prstGeom prst="rect">
            <a:avLst/>
          </a:prstGeom>
        </p:spPr>
        <p:txBody>
          <a:bodyPr vert="horz" wrap="square" lIns="0" tIns="0" rIns="0" bIns="0" rtlCol="0" anchor="ctr" anchorCtr="0">
            <a:noAutofit/>
          </a:bodyPr>
          <a:lstStyle>
            <a:lvl1pPr algn="l">
              <a:lnSpc>
                <a:spcPct val="85000"/>
              </a:lnSpc>
              <a:defRPr sz="3600" b="0" spc="-151" baseline="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98685782-683E-54C5-059E-43B0C4ACE7E8}"/>
              </a:ext>
            </a:extLst>
          </p:cNvPr>
          <p:cNvSpPr/>
          <p:nvPr/>
        </p:nvSpPr>
        <p:spPr>
          <a:xfrm>
            <a:off x="587377" y="4430688"/>
            <a:ext cx="11604625" cy="1843111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sz="1800"/>
          </a:p>
        </p:txBody>
      </p:sp>
    </p:spTree>
    <p:extLst>
      <p:ext uri="{BB962C8B-B14F-4D97-AF65-F5344CB8AC3E}">
        <p14:creationId xmlns:p14="http://schemas.microsoft.com/office/powerpoint/2010/main" val="411896081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5BoxV3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9">
            <a:extLst>
              <a:ext uri="{FF2B5EF4-FFF2-40B4-BE49-F238E27FC236}">
                <a16:creationId xmlns:a16="http://schemas.microsoft.com/office/drawing/2014/main" id="{869B5C48-DCC9-8553-4B07-B68CBD8B1512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3395663" y="1484313"/>
            <a:ext cx="5400675" cy="4780514"/>
          </a:xfrm>
          <a:noFill/>
          <a:ln w="12700">
            <a:solidFill>
              <a:schemeClr val="accent1"/>
            </a:solidFill>
          </a:ln>
        </p:spPr>
        <p:txBody>
          <a:bodyPr lIns="216000" tIns="216000" rIns="216000" bIns="216000" anchor="t" anchorCtr="0">
            <a:noAutofit/>
          </a:bodyPr>
          <a:lstStyle>
            <a:lvl1pPr marL="0">
              <a:lnSpc>
                <a:spcPct val="110000"/>
              </a:lnSpc>
              <a:spcBef>
                <a:spcPts val="600"/>
              </a:spcBef>
              <a:buFont typeface="Arial" panose="020B0604020202020204" pitchFamily="34" charset="0"/>
              <a:buNone/>
              <a:defRPr sz="1300">
                <a:solidFill>
                  <a:schemeClr val="tx1"/>
                </a:solidFill>
              </a:defRPr>
            </a:lvl1pPr>
            <a:lvl2pPr>
              <a:defRPr sz="1600">
                <a:solidFill>
                  <a:schemeClr val="tx1"/>
                </a:solidFill>
                <a:latin typeface="+mj-lt"/>
                <a:cs typeface="+mj-lt"/>
              </a:defRPr>
            </a:lvl2pPr>
            <a:lvl3pPr>
              <a:defRPr sz="3600">
                <a:solidFill>
                  <a:schemeClr val="accent1"/>
                </a:solidFill>
                <a:latin typeface="+mj-lt"/>
                <a:cs typeface="+mj-lt"/>
              </a:defRPr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9">
            <a:extLst>
              <a:ext uri="{FF2B5EF4-FFF2-40B4-BE49-F238E27FC236}">
                <a16:creationId xmlns:a16="http://schemas.microsoft.com/office/drawing/2014/main" id="{BC6F658A-7D5B-64CD-244D-94A16F3EE3A6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587376" y="1485304"/>
            <a:ext cx="2592387" cy="2286000"/>
          </a:xfrm>
          <a:noFill/>
          <a:ln w="12700">
            <a:solidFill>
              <a:schemeClr val="accent1"/>
            </a:solidFill>
          </a:ln>
        </p:spPr>
        <p:txBody>
          <a:bodyPr lIns="216000" tIns="216000" rIns="216000" bIns="216000" anchor="t" anchorCtr="0">
            <a:noAutofit/>
          </a:bodyPr>
          <a:lstStyle>
            <a:lvl1pPr marL="0">
              <a:lnSpc>
                <a:spcPct val="110000"/>
              </a:lnSpc>
              <a:spcBef>
                <a:spcPts val="600"/>
              </a:spcBef>
              <a:buFont typeface="Arial" panose="020B0604020202020204" pitchFamily="34" charset="0"/>
              <a:buNone/>
              <a:defRPr sz="1300">
                <a:solidFill>
                  <a:schemeClr val="tx1"/>
                </a:solidFill>
              </a:defRPr>
            </a:lvl1pPr>
            <a:lvl2pPr>
              <a:defRPr sz="1600">
                <a:solidFill>
                  <a:schemeClr val="tx1"/>
                </a:solidFill>
                <a:latin typeface="+mj-lt"/>
                <a:cs typeface="+mj-lt"/>
              </a:defRPr>
            </a:lvl2pPr>
            <a:lvl3pPr>
              <a:defRPr sz="3600">
                <a:solidFill>
                  <a:schemeClr val="accent1"/>
                </a:solidFill>
                <a:latin typeface="+mj-lt"/>
                <a:cs typeface="+mj-lt"/>
              </a:defRPr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itle Placeholder">
            <a:extLst>
              <a:ext uri="{FF2B5EF4-FFF2-40B4-BE49-F238E27FC236}">
                <a16:creationId xmlns:a16="http://schemas.microsoft.com/office/drawing/2014/main" id="{48B9B565-4127-1749-CC94-387CE3F7E35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87375" y="600430"/>
            <a:ext cx="11017250" cy="470898"/>
          </a:xfrm>
          <a:prstGeom prst="rect">
            <a:avLst/>
          </a:prstGeom>
        </p:spPr>
        <p:txBody>
          <a:bodyPr vert="horz" wrap="square" lIns="0" tIns="0" rIns="0" bIns="0" rtlCol="0" anchor="ctr" anchorCtr="0">
            <a:noAutofit/>
          </a:bodyPr>
          <a:lstStyle>
            <a:lvl1pPr algn="l">
              <a:lnSpc>
                <a:spcPct val="85000"/>
              </a:lnSpc>
              <a:defRPr sz="3600" b="0" spc="-150" baseline="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Click To Edit Master Text</a:t>
            </a:r>
            <a:r>
              <a:rPr lang="ru-RU" dirty="0"/>
              <a:t> </a:t>
            </a:r>
            <a:r>
              <a:rPr lang="en-US" dirty="0"/>
              <a:t>Styles</a:t>
            </a:r>
            <a:endParaRPr lang="ru-RU" dirty="0"/>
          </a:p>
        </p:txBody>
      </p:sp>
      <p:sp>
        <p:nvSpPr>
          <p:cNvPr id="11" name="Content Placeholder 9">
            <a:extLst>
              <a:ext uri="{FF2B5EF4-FFF2-40B4-BE49-F238E27FC236}">
                <a16:creationId xmlns:a16="http://schemas.microsoft.com/office/drawing/2014/main" id="{A39762DC-F32E-4312-37A4-5EDA389CDD92}"/>
              </a:ext>
            </a:extLst>
          </p:cNvPr>
          <p:cNvSpPr>
            <a:spLocks noGrp="1"/>
          </p:cNvSpPr>
          <p:nvPr>
            <p:ph sz="quarter" idx="16"/>
          </p:nvPr>
        </p:nvSpPr>
        <p:spPr>
          <a:xfrm>
            <a:off x="9012358" y="1484313"/>
            <a:ext cx="2592267" cy="2286000"/>
          </a:xfrm>
          <a:noFill/>
          <a:ln w="12700">
            <a:solidFill>
              <a:schemeClr val="accent1"/>
            </a:solidFill>
          </a:ln>
        </p:spPr>
        <p:txBody>
          <a:bodyPr lIns="216000" tIns="216000" rIns="216000" bIns="216000" anchor="t" anchorCtr="0">
            <a:noAutofit/>
          </a:bodyPr>
          <a:lstStyle>
            <a:lvl1pPr marL="0">
              <a:lnSpc>
                <a:spcPct val="110000"/>
              </a:lnSpc>
              <a:spcBef>
                <a:spcPts val="600"/>
              </a:spcBef>
              <a:buFont typeface="Arial" panose="020B0604020202020204" pitchFamily="34" charset="0"/>
              <a:buNone/>
              <a:defRPr sz="1300">
                <a:solidFill>
                  <a:schemeClr val="tx1"/>
                </a:solidFill>
              </a:defRPr>
            </a:lvl1pPr>
            <a:lvl2pPr>
              <a:defRPr sz="1600">
                <a:solidFill>
                  <a:schemeClr val="tx1"/>
                </a:solidFill>
                <a:latin typeface="+mj-lt"/>
                <a:cs typeface="+mj-lt"/>
              </a:defRPr>
            </a:lvl2pPr>
            <a:lvl3pPr>
              <a:defRPr sz="3600">
                <a:solidFill>
                  <a:schemeClr val="accent1"/>
                </a:solidFill>
                <a:latin typeface="+mj-lt"/>
                <a:cs typeface="+mj-lt"/>
              </a:defRPr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Content Placeholder 9">
            <a:extLst>
              <a:ext uri="{FF2B5EF4-FFF2-40B4-BE49-F238E27FC236}">
                <a16:creationId xmlns:a16="http://schemas.microsoft.com/office/drawing/2014/main" id="{3FB9273A-5896-273A-7CA3-B03941191F7B}"/>
              </a:ext>
            </a:extLst>
          </p:cNvPr>
          <p:cNvSpPr>
            <a:spLocks noGrp="1"/>
          </p:cNvSpPr>
          <p:nvPr>
            <p:ph sz="quarter" idx="17"/>
          </p:nvPr>
        </p:nvSpPr>
        <p:spPr>
          <a:xfrm>
            <a:off x="587376" y="3978827"/>
            <a:ext cx="2592387" cy="2286000"/>
          </a:xfrm>
          <a:noFill/>
          <a:ln w="12700">
            <a:solidFill>
              <a:schemeClr val="accent1"/>
            </a:solidFill>
          </a:ln>
        </p:spPr>
        <p:txBody>
          <a:bodyPr lIns="216000" tIns="216000" rIns="216000" bIns="216000" anchor="t" anchorCtr="0">
            <a:noAutofit/>
          </a:bodyPr>
          <a:lstStyle>
            <a:lvl1pPr marL="0">
              <a:lnSpc>
                <a:spcPct val="110000"/>
              </a:lnSpc>
              <a:spcBef>
                <a:spcPts val="600"/>
              </a:spcBef>
              <a:buFont typeface="Arial" panose="020B0604020202020204" pitchFamily="34" charset="0"/>
              <a:buNone/>
              <a:defRPr sz="1300">
                <a:solidFill>
                  <a:schemeClr val="tx1"/>
                </a:solidFill>
              </a:defRPr>
            </a:lvl1pPr>
            <a:lvl2pPr>
              <a:defRPr sz="1600">
                <a:solidFill>
                  <a:schemeClr val="tx1"/>
                </a:solidFill>
                <a:latin typeface="+mj-lt"/>
                <a:cs typeface="+mj-lt"/>
              </a:defRPr>
            </a:lvl2pPr>
            <a:lvl3pPr>
              <a:defRPr sz="3600">
                <a:solidFill>
                  <a:schemeClr val="accent1"/>
                </a:solidFill>
                <a:latin typeface="+mj-lt"/>
                <a:cs typeface="+mj-lt"/>
              </a:defRPr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9">
            <a:extLst>
              <a:ext uri="{FF2B5EF4-FFF2-40B4-BE49-F238E27FC236}">
                <a16:creationId xmlns:a16="http://schemas.microsoft.com/office/drawing/2014/main" id="{3A359B11-18E1-F814-8BB5-205ADBFB7035}"/>
              </a:ext>
            </a:extLst>
          </p:cNvPr>
          <p:cNvSpPr>
            <a:spLocks noGrp="1"/>
          </p:cNvSpPr>
          <p:nvPr>
            <p:ph sz="quarter" idx="18"/>
          </p:nvPr>
        </p:nvSpPr>
        <p:spPr>
          <a:xfrm>
            <a:off x="9012358" y="3978827"/>
            <a:ext cx="2592267" cy="2286000"/>
          </a:xfrm>
          <a:noFill/>
          <a:ln w="12700">
            <a:solidFill>
              <a:schemeClr val="accent1"/>
            </a:solidFill>
          </a:ln>
        </p:spPr>
        <p:txBody>
          <a:bodyPr lIns="216000" tIns="216000" rIns="216000" bIns="216000" anchor="t" anchorCtr="0">
            <a:noAutofit/>
          </a:bodyPr>
          <a:lstStyle>
            <a:lvl1pPr marL="0">
              <a:lnSpc>
                <a:spcPct val="110000"/>
              </a:lnSpc>
              <a:spcBef>
                <a:spcPts val="600"/>
              </a:spcBef>
              <a:buFont typeface="Arial" panose="020B0604020202020204" pitchFamily="34" charset="0"/>
              <a:buNone/>
              <a:defRPr sz="1300">
                <a:solidFill>
                  <a:schemeClr val="tx1"/>
                </a:solidFill>
              </a:defRPr>
            </a:lvl1pPr>
            <a:lvl2pPr>
              <a:defRPr sz="1600">
                <a:solidFill>
                  <a:schemeClr val="tx1"/>
                </a:solidFill>
                <a:latin typeface="+mj-lt"/>
                <a:cs typeface="+mj-lt"/>
              </a:defRPr>
            </a:lvl2pPr>
            <a:lvl3pPr>
              <a:defRPr sz="3600">
                <a:solidFill>
                  <a:schemeClr val="accent1"/>
                </a:solidFill>
                <a:latin typeface="+mj-lt"/>
                <a:cs typeface="+mj-lt"/>
              </a:defRPr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463075004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2Box+ImageV1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icture Placeholder"/>
          <p:cNvSpPr>
            <a:spLocks noGrp="1"/>
          </p:cNvSpPr>
          <p:nvPr>
            <p:ph type="pic" sz="quarter" idx="16"/>
          </p:nvPr>
        </p:nvSpPr>
        <p:spPr>
          <a:xfrm>
            <a:off x="8289797" y="2"/>
            <a:ext cx="3902204" cy="6858001"/>
          </a:xfrm>
        </p:spPr>
        <p:txBody>
          <a:bodyPr/>
          <a:lstStyle/>
          <a:p>
            <a:endParaRPr lang="en-US"/>
          </a:p>
        </p:txBody>
      </p:sp>
      <p:sp>
        <p:nvSpPr>
          <p:cNvPr id="3" name="Content Placeholder"/>
          <p:cNvSpPr>
            <a:spLocks noGrp="1"/>
          </p:cNvSpPr>
          <p:nvPr>
            <p:ph sz="quarter" idx="13"/>
          </p:nvPr>
        </p:nvSpPr>
        <p:spPr>
          <a:xfrm>
            <a:off x="587375" y="2426395"/>
            <a:ext cx="3528848" cy="3846051"/>
          </a:xfrm>
          <a:noFill/>
          <a:ln w="12700">
            <a:solidFill>
              <a:schemeClr val="accent1"/>
            </a:solidFill>
          </a:ln>
        </p:spPr>
        <p:txBody>
          <a:bodyPr lIns="216000" tIns="216000" rIns="216000" bIns="216000" anchor="t" anchorCtr="0">
            <a:noAutofit/>
          </a:bodyPr>
          <a:lstStyle>
            <a:lvl1pPr marL="0">
              <a:lnSpc>
                <a:spcPct val="110000"/>
              </a:lnSpc>
              <a:spcBef>
                <a:spcPts val="600"/>
              </a:spcBef>
              <a:buFont typeface="Arial" panose="020B0604020202020204" pitchFamily="34" charset="0"/>
              <a:buNone/>
              <a:defRPr sz="1300">
                <a:solidFill>
                  <a:schemeClr val="tx1"/>
                </a:solidFill>
              </a:defRPr>
            </a:lvl1pPr>
            <a:lvl2pPr>
              <a:defRPr sz="1600">
                <a:solidFill>
                  <a:schemeClr val="tx1"/>
                </a:solidFill>
                <a:latin typeface="+mj-lt"/>
                <a:cs typeface="+mj-lt"/>
              </a:defRPr>
            </a:lvl2pPr>
            <a:lvl3pPr>
              <a:defRPr sz="3600">
                <a:solidFill>
                  <a:schemeClr val="accent1"/>
                </a:solidFill>
                <a:latin typeface="+mj-lt"/>
                <a:cs typeface="+mj-lt"/>
              </a:defRPr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Content Placeholder"/>
          <p:cNvSpPr>
            <a:spLocks noGrp="1"/>
          </p:cNvSpPr>
          <p:nvPr>
            <p:ph sz="quarter" idx="15"/>
          </p:nvPr>
        </p:nvSpPr>
        <p:spPr>
          <a:xfrm>
            <a:off x="4328948" y="2426395"/>
            <a:ext cx="3528848" cy="3846051"/>
          </a:xfrm>
          <a:noFill/>
          <a:ln w="12700">
            <a:solidFill>
              <a:schemeClr val="accent1"/>
            </a:solidFill>
          </a:ln>
        </p:spPr>
        <p:txBody>
          <a:bodyPr lIns="216000" tIns="216000" rIns="216000" bIns="216000" anchor="t" anchorCtr="0">
            <a:noAutofit/>
          </a:bodyPr>
          <a:lstStyle>
            <a:lvl1pPr marL="0">
              <a:lnSpc>
                <a:spcPct val="110000"/>
              </a:lnSpc>
              <a:spcBef>
                <a:spcPts val="600"/>
              </a:spcBef>
              <a:buFont typeface="Arial" panose="020B0604020202020204" pitchFamily="34" charset="0"/>
              <a:buNone/>
              <a:defRPr sz="1300">
                <a:solidFill>
                  <a:schemeClr val="tx1"/>
                </a:solidFill>
              </a:defRPr>
            </a:lvl1pPr>
            <a:lvl2pPr>
              <a:defRPr sz="1600">
                <a:solidFill>
                  <a:schemeClr val="tx1"/>
                </a:solidFill>
                <a:latin typeface="+mj-lt"/>
                <a:cs typeface="+mj-lt"/>
              </a:defRPr>
            </a:lvl2pPr>
            <a:lvl3pPr>
              <a:defRPr sz="3600">
                <a:solidFill>
                  <a:schemeClr val="accent1"/>
                </a:solidFill>
                <a:latin typeface="+mj-lt"/>
                <a:cs typeface="+mj-lt"/>
              </a:defRPr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itle Placeholder"/>
          <p:cNvSpPr>
            <a:spLocks noGrp="1"/>
          </p:cNvSpPr>
          <p:nvPr>
            <p:ph type="title" hasCustomPrompt="1"/>
          </p:nvPr>
        </p:nvSpPr>
        <p:spPr>
          <a:xfrm>
            <a:off x="587375" y="599000"/>
            <a:ext cx="7270421" cy="1416606"/>
          </a:xfrm>
          <a:prstGeom prst="rect">
            <a:avLst/>
          </a:prstGeom>
        </p:spPr>
        <p:txBody>
          <a:bodyPr vert="horz" wrap="square" lIns="0" tIns="0" rIns="0" bIns="0" rtlCol="0" anchor="t" anchorCtr="0">
            <a:noAutofit/>
          </a:bodyPr>
          <a:lstStyle>
            <a:lvl1pPr algn="l">
              <a:lnSpc>
                <a:spcPct val="85000"/>
              </a:lnSpc>
              <a:defRPr sz="3600" b="0" spc="-151" baseline="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</p:spTree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2Box+ImageV2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icture Placeholder"/>
          <p:cNvSpPr>
            <a:spLocks noGrp="1"/>
          </p:cNvSpPr>
          <p:nvPr>
            <p:ph type="pic" sz="quarter" idx="16"/>
          </p:nvPr>
        </p:nvSpPr>
        <p:spPr>
          <a:xfrm>
            <a:off x="0" y="3752952"/>
            <a:ext cx="12192000" cy="3105051"/>
          </a:xfrm>
        </p:spPr>
        <p:txBody>
          <a:bodyPr/>
          <a:lstStyle/>
          <a:p>
            <a:endParaRPr lang="en-US"/>
          </a:p>
        </p:txBody>
      </p:sp>
      <p:sp>
        <p:nvSpPr>
          <p:cNvPr id="3" name="Content Placeholder"/>
          <p:cNvSpPr>
            <a:spLocks noGrp="1"/>
          </p:cNvSpPr>
          <p:nvPr>
            <p:ph sz="quarter" idx="13"/>
          </p:nvPr>
        </p:nvSpPr>
        <p:spPr>
          <a:xfrm>
            <a:off x="587375" y="1484315"/>
            <a:ext cx="5400675" cy="1836737"/>
          </a:xfrm>
          <a:solidFill>
            <a:schemeClr val="accent6"/>
          </a:solidFill>
          <a:ln w="12700">
            <a:noFill/>
          </a:ln>
        </p:spPr>
        <p:txBody>
          <a:bodyPr lIns="216000" tIns="216000" rIns="216000" bIns="216000" anchor="t" anchorCtr="0">
            <a:noAutofit/>
          </a:bodyPr>
          <a:lstStyle>
            <a:lvl1pPr marL="0">
              <a:lnSpc>
                <a:spcPct val="110000"/>
              </a:lnSpc>
              <a:spcBef>
                <a:spcPts val="600"/>
              </a:spcBef>
              <a:buFont typeface="Arial" panose="020B0604020202020204" pitchFamily="34" charset="0"/>
              <a:buNone/>
              <a:defRPr sz="1300">
                <a:solidFill>
                  <a:schemeClr val="bg1"/>
                </a:solidFill>
              </a:defRPr>
            </a:lvl1pPr>
            <a:lvl2pPr>
              <a:defRPr sz="1600">
                <a:solidFill>
                  <a:schemeClr val="bg1"/>
                </a:solidFill>
                <a:latin typeface="+mj-lt"/>
                <a:cs typeface="+mj-lt"/>
              </a:defRPr>
            </a:lvl2pPr>
            <a:lvl3pPr>
              <a:defRPr sz="3600">
                <a:solidFill>
                  <a:schemeClr val="accent1"/>
                </a:solidFill>
                <a:latin typeface="+mj-lt"/>
                <a:cs typeface="+mj-lt"/>
              </a:defRPr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Content Placeholder"/>
          <p:cNvSpPr>
            <a:spLocks noGrp="1"/>
          </p:cNvSpPr>
          <p:nvPr>
            <p:ph sz="quarter" idx="15"/>
          </p:nvPr>
        </p:nvSpPr>
        <p:spPr>
          <a:xfrm>
            <a:off x="6203949" y="1484315"/>
            <a:ext cx="5400675" cy="1836737"/>
          </a:xfrm>
          <a:solidFill>
            <a:schemeClr val="accent6"/>
          </a:solidFill>
          <a:ln w="12700">
            <a:noFill/>
          </a:ln>
        </p:spPr>
        <p:txBody>
          <a:bodyPr lIns="216000" tIns="216000" rIns="216000" bIns="216000" anchor="t" anchorCtr="0">
            <a:noAutofit/>
          </a:bodyPr>
          <a:lstStyle>
            <a:lvl1pPr marL="0">
              <a:lnSpc>
                <a:spcPct val="110000"/>
              </a:lnSpc>
              <a:spcBef>
                <a:spcPts val="600"/>
              </a:spcBef>
              <a:buFont typeface="Arial" panose="020B0604020202020204" pitchFamily="34" charset="0"/>
              <a:buNone/>
              <a:defRPr sz="1300">
                <a:solidFill>
                  <a:schemeClr val="bg1"/>
                </a:solidFill>
              </a:defRPr>
            </a:lvl1pPr>
            <a:lvl2pPr>
              <a:defRPr sz="1600">
                <a:solidFill>
                  <a:schemeClr val="bg1"/>
                </a:solidFill>
                <a:latin typeface="+mj-lt"/>
                <a:cs typeface="+mj-lt"/>
              </a:defRPr>
            </a:lvl2pPr>
            <a:lvl3pPr>
              <a:defRPr sz="3600">
                <a:solidFill>
                  <a:schemeClr val="accent1"/>
                </a:solidFill>
                <a:latin typeface="+mj-lt"/>
                <a:cs typeface="+mj-lt"/>
              </a:defRPr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itle Placeholder"/>
          <p:cNvSpPr>
            <a:spLocks noGrp="1"/>
          </p:cNvSpPr>
          <p:nvPr>
            <p:ph type="title" hasCustomPrompt="1"/>
          </p:nvPr>
        </p:nvSpPr>
        <p:spPr>
          <a:xfrm>
            <a:off x="587375" y="599000"/>
            <a:ext cx="11017251" cy="474810"/>
          </a:xfrm>
          <a:prstGeom prst="rect">
            <a:avLst/>
          </a:prstGeom>
        </p:spPr>
        <p:txBody>
          <a:bodyPr vert="horz" wrap="square" lIns="0" tIns="0" rIns="0" bIns="0" rtlCol="0" anchor="ctr" anchorCtr="0">
            <a:noAutofit/>
          </a:bodyPr>
          <a:lstStyle>
            <a:lvl1pPr algn="l">
              <a:lnSpc>
                <a:spcPct val="85000"/>
              </a:lnSpc>
              <a:defRPr sz="3600" b="0" spc="-151" baseline="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</p:spTree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4BoxIntroV4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9"/>
          <p:cNvSpPr>
            <a:spLocks noGrp="1"/>
          </p:cNvSpPr>
          <p:nvPr>
            <p:ph sz="quarter" idx="21"/>
          </p:nvPr>
        </p:nvSpPr>
        <p:spPr>
          <a:xfrm>
            <a:off x="587376" y="1944826"/>
            <a:ext cx="3528851" cy="4328973"/>
          </a:xfrm>
          <a:prstGeom prst="rect">
            <a:avLst/>
          </a:prstGeom>
          <a:noFill/>
          <a:ln w="12700">
            <a:solidFill>
              <a:schemeClr val="accent1"/>
            </a:solidFill>
          </a:ln>
        </p:spPr>
        <p:txBody>
          <a:bodyPr lIns="216000" tIns="216000" rIns="216000" bIns="216000" anchor="t" anchorCtr="0">
            <a:noAutofit/>
          </a:bodyPr>
          <a:lstStyle>
            <a:lvl1pPr marL="0">
              <a:lnSpc>
                <a:spcPct val="110000"/>
              </a:lnSpc>
              <a:spcBef>
                <a:spcPts val="600"/>
              </a:spcBef>
              <a:buFont typeface="Arial" panose="020B0604020202020204" pitchFamily="34" charset="0"/>
              <a:buNone/>
              <a:defRPr sz="1300">
                <a:solidFill>
                  <a:schemeClr val="tx1"/>
                </a:solidFill>
              </a:defRPr>
            </a:lvl1pPr>
            <a:lvl2pPr>
              <a:defRPr sz="1600">
                <a:solidFill>
                  <a:schemeClr val="tx1"/>
                </a:solidFill>
                <a:latin typeface="+mj-lt"/>
                <a:cs typeface="+mj-lt"/>
              </a:defRPr>
            </a:lvl2pPr>
            <a:lvl3pPr>
              <a:defRPr sz="3600">
                <a:solidFill>
                  <a:schemeClr val="accent1"/>
                </a:solidFill>
                <a:latin typeface="+mj-lt"/>
                <a:cs typeface="+mj-lt"/>
              </a:defRPr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Content Placeholder 9"/>
          <p:cNvSpPr>
            <a:spLocks noGrp="1"/>
          </p:cNvSpPr>
          <p:nvPr>
            <p:ph sz="quarter" idx="39"/>
          </p:nvPr>
        </p:nvSpPr>
        <p:spPr>
          <a:xfrm>
            <a:off x="4332288" y="1944827"/>
            <a:ext cx="7272826" cy="2052000"/>
          </a:xfrm>
          <a:prstGeom prst="rect">
            <a:avLst/>
          </a:prstGeom>
          <a:noFill/>
          <a:ln w="12700">
            <a:solidFill>
              <a:schemeClr val="accent1"/>
            </a:solidFill>
          </a:ln>
        </p:spPr>
        <p:txBody>
          <a:bodyPr lIns="216000" tIns="216000" rIns="216000" bIns="216000" anchor="t" anchorCtr="0">
            <a:noAutofit/>
          </a:bodyPr>
          <a:lstStyle>
            <a:lvl1pPr marL="0">
              <a:lnSpc>
                <a:spcPct val="110000"/>
              </a:lnSpc>
              <a:spcBef>
                <a:spcPts val="600"/>
              </a:spcBef>
              <a:buFont typeface="Arial" panose="020B0604020202020204" pitchFamily="34" charset="0"/>
              <a:buNone/>
              <a:defRPr sz="1300">
                <a:solidFill>
                  <a:schemeClr val="tx1"/>
                </a:solidFill>
              </a:defRPr>
            </a:lvl1pPr>
            <a:lvl2pPr>
              <a:defRPr sz="1600">
                <a:solidFill>
                  <a:schemeClr val="tx1"/>
                </a:solidFill>
                <a:latin typeface="+mj-lt"/>
                <a:cs typeface="+mj-lt"/>
              </a:defRPr>
            </a:lvl2pPr>
            <a:lvl3pPr>
              <a:defRPr sz="3600">
                <a:solidFill>
                  <a:schemeClr val="accent1"/>
                </a:solidFill>
                <a:latin typeface="+mj-lt"/>
                <a:cs typeface="+mj-lt"/>
              </a:defRPr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9"/>
          <p:cNvSpPr>
            <a:spLocks noGrp="1"/>
          </p:cNvSpPr>
          <p:nvPr>
            <p:ph sz="quarter" idx="19"/>
          </p:nvPr>
        </p:nvSpPr>
        <p:spPr>
          <a:xfrm>
            <a:off x="4331515" y="4212827"/>
            <a:ext cx="3528850" cy="2052000"/>
          </a:xfrm>
          <a:prstGeom prst="rect">
            <a:avLst/>
          </a:prstGeom>
          <a:noFill/>
          <a:ln w="12700">
            <a:solidFill>
              <a:schemeClr val="accent1"/>
            </a:solidFill>
          </a:ln>
        </p:spPr>
        <p:txBody>
          <a:bodyPr lIns="216000" tIns="216000" rIns="216000" bIns="216000" anchor="t" anchorCtr="0">
            <a:noAutofit/>
          </a:bodyPr>
          <a:lstStyle>
            <a:lvl1pPr marL="0">
              <a:lnSpc>
                <a:spcPct val="110000"/>
              </a:lnSpc>
              <a:spcBef>
                <a:spcPts val="600"/>
              </a:spcBef>
              <a:buFont typeface="Arial" panose="020B0604020202020204" pitchFamily="34" charset="0"/>
              <a:buNone/>
              <a:defRPr sz="1300">
                <a:solidFill>
                  <a:schemeClr val="tx1"/>
                </a:solidFill>
              </a:defRPr>
            </a:lvl1pPr>
            <a:lvl2pPr>
              <a:defRPr sz="1600">
                <a:solidFill>
                  <a:schemeClr val="tx1"/>
                </a:solidFill>
                <a:latin typeface="+mj-lt"/>
                <a:cs typeface="+mj-lt"/>
              </a:defRPr>
            </a:lvl2pPr>
            <a:lvl3pPr>
              <a:defRPr sz="3600">
                <a:solidFill>
                  <a:schemeClr val="accent1"/>
                </a:solidFill>
                <a:latin typeface="+mj-lt"/>
                <a:cs typeface="+mj-lt"/>
              </a:defRPr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Content Placeholder 9"/>
          <p:cNvSpPr>
            <a:spLocks noGrp="1"/>
          </p:cNvSpPr>
          <p:nvPr>
            <p:ph sz="quarter" idx="36"/>
          </p:nvPr>
        </p:nvSpPr>
        <p:spPr>
          <a:xfrm>
            <a:off x="8075491" y="4212827"/>
            <a:ext cx="3528850" cy="2052000"/>
          </a:xfrm>
          <a:prstGeom prst="rect">
            <a:avLst/>
          </a:prstGeom>
          <a:noFill/>
          <a:ln w="12700">
            <a:solidFill>
              <a:schemeClr val="accent1"/>
            </a:solidFill>
          </a:ln>
        </p:spPr>
        <p:txBody>
          <a:bodyPr lIns="216000" tIns="216000" rIns="216000" bIns="216000" anchor="t" anchorCtr="0">
            <a:noAutofit/>
          </a:bodyPr>
          <a:lstStyle>
            <a:lvl1pPr marL="0">
              <a:lnSpc>
                <a:spcPct val="110000"/>
              </a:lnSpc>
              <a:spcBef>
                <a:spcPts val="600"/>
              </a:spcBef>
              <a:buFont typeface="Arial" panose="020B0604020202020204" pitchFamily="34" charset="0"/>
              <a:buNone/>
              <a:defRPr sz="1300">
                <a:solidFill>
                  <a:schemeClr val="tx1"/>
                </a:solidFill>
              </a:defRPr>
            </a:lvl1pPr>
            <a:lvl2pPr>
              <a:defRPr sz="1600">
                <a:solidFill>
                  <a:schemeClr val="tx1"/>
                </a:solidFill>
                <a:latin typeface="+mj-lt"/>
                <a:cs typeface="+mj-lt"/>
              </a:defRPr>
            </a:lvl2pPr>
            <a:lvl3pPr>
              <a:defRPr sz="3600">
                <a:solidFill>
                  <a:schemeClr val="accent1"/>
                </a:solidFill>
                <a:latin typeface="+mj-lt"/>
                <a:cs typeface="+mj-lt"/>
              </a:defRPr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Intro Placeholder"/>
          <p:cNvSpPr>
            <a:spLocks noGrp="1"/>
          </p:cNvSpPr>
          <p:nvPr>
            <p:ph type="body" sz="quarter" idx="40"/>
          </p:nvPr>
        </p:nvSpPr>
        <p:spPr>
          <a:xfrm>
            <a:off x="588625" y="1296391"/>
            <a:ext cx="11016000" cy="422873"/>
          </a:xfrm>
        </p:spPr>
        <p:txBody>
          <a:bodyPr lIns="0" tIns="0" rIns="0" bIns="0">
            <a:noAutofit/>
          </a:bodyPr>
          <a:lstStyle>
            <a:lvl1pPr marL="0" indent="0">
              <a:lnSpc>
                <a:spcPct val="110000"/>
              </a:lnSpc>
              <a:spcBef>
                <a:spcPts val="600"/>
              </a:spcBef>
              <a:buNone/>
              <a:defRPr sz="1300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to edit intro text</a:t>
            </a:r>
          </a:p>
        </p:txBody>
      </p:sp>
      <p:sp>
        <p:nvSpPr>
          <p:cNvPr id="7" name="Title Placeholder"/>
          <p:cNvSpPr>
            <a:spLocks noGrp="1"/>
          </p:cNvSpPr>
          <p:nvPr>
            <p:ph type="title" hasCustomPrompt="1"/>
          </p:nvPr>
        </p:nvSpPr>
        <p:spPr>
          <a:xfrm>
            <a:off x="587375" y="601927"/>
            <a:ext cx="11017250" cy="470898"/>
          </a:xfrm>
          <a:prstGeom prst="rect">
            <a:avLst/>
          </a:prstGeom>
        </p:spPr>
        <p:txBody>
          <a:bodyPr vert="horz" wrap="square" lIns="0" tIns="0" rIns="0" bIns="0" rtlCol="0" anchor="ctr" anchorCtr="0">
            <a:noAutofit/>
          </a:bodyPr>
          <a:lstStyle>
            <a:lvl1pPr algn="l">
              <a:lnSpc>
                <a:spcPct val="85000"/>
              </a:lnSpc>
              <a:defRPr sz="3600" b="0" spc="-150" baseline="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</p:spTree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5BoxV2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9"/>
          <p:cNvSpPr>
            <a:spLocks noGrp="1"/>
          </p:cNvSpPr>
          <p:nvPr>
            <p:ph sz="quarter" idx="37"/>
          </p:nvPr>
        </p:nvSpPr>
        <p:spPr>
          <a:xfrm>
            <a:off x="587500" y="1484314"/>
            <a:ext cx="5400549" cy="2286000"/>
          </a:xfrm>
          <a:solidFill>
            <a:schemeClr val="accent6"/>
          </a:solidFill>
        </p:spPr>
        <p:txBody>
          <a:bodyPr lIns="216000" tIns="216000" rIns="216000" bIns="216000" anchor="t" anchorCtr="0">
            <a:noAutofit/>
          </a:bodyPr>
          <a:lstStyle>
            <a:lvl1pPr marL="0">
              <a:lnSpc>
                <a:spcPct val="110000"/>
              </a:lnSpc>
              <a:spcBef>
                <a:spcPts val="600"/>
              </a:spcBef>
              <a:buFont typeface="Arial" panose="020B0604020202020204" pitchFamily="34" charset="0"/>
              <a:buNone/>
              <a:defRPr sz="1300">
                <a:solidFill>
                  <a:schemeClr val="bg1"/>
                </a:solidFill>
              </a:defRPr>
            </a:lvl1pPr>
            <a:lvl2pPr>
              <a:defRPr sz="1600">
                <a:solidFill>
                  <a:schemeClr val="bg1"/>
                </a:solidFill>
                <a:latin typeface="+mj-lt"/>
                <a:cs typeface="+mj-lt"/>
              </a:defRPr>
            </a:lvl2pPr>
            <a:lvl3pPr>
              <a:defRPr sz="3600">
                <a:solidFill>
                  <a:schemeClr val="accent1"/>
                </a:solidFill>
                <a:latin typeface="+mj-lt"/>
                <a:cs typeface="+mj-lt"/>
              </a:defRPr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Content Placeholder 9"/>
          <p:cNvSpPr>
            <a:spLocks noGrp="1"/>
          </p:cNvSpPr>
          <p:nvPr>
            <p:ph sz="quarter" idx="39"/>
          </p:nvPr>
        </p:nvSpPr>
        <p:spPr>
          <a:xfrm>
            <a:off x="6203950" y="1484313"/>
            <a:ext cx="5401164" cy="2286000"/>
          </a:xfrm>
          <a:solidFill>
            <a:schemeClr val="accent6"/>
          </a:solidFill>
        </p:spPr>
        <p:txBody>
          <a:bodyPr lIns="216000" tIns="216000" rIns="216000" bIns="216000" anchor="t" anchorCtr="0">
            <a:noAutofit/>
          </a:bodyPr>
          <a:lstStyle>
            <a:lvl1pPr marL="0">
              <a:lnSpc>
                <a:spcPct val="110000"/>
              </a:lnSpc>
              <a:spcBef>
                <a:spcPts val="600"/>
              </a:spcBef>
              <a:buFont typeface="Arial" panose="020B0604020202020204" pitchFamily="34" charset="0"/>
              <a:buNone/>
              <a:defRPr sz="1300">
                <a:solidFill>
                  <a:schemeClr val="bg1"/>
                </a:solidFill>
              </a:defRPr>
            </a:lvl1pPr>
            <a:lvl2pPr>
              <a:defRPr sz="1600">
                <a:solidFill>
                  <a:schemeClr val="bg1"/>
                </a:solidFill>
                <a:latin typeface="+mj-lt"/>
                <a:cs typeface="+mj-lt"/>
              </a:defRPr>
            </a:lvl2pPr>
            <a:lvl3pPr>
              <a:defRPr sz="3600">
                <a:solidFill>
                  <a:schemeClr val="accent1"/>
                </a:solidFill>
                <a:latin typeface="+mj-lt"/>
                <a:cs typeface="+mj-lt"/>
              </a:defRPr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9"/>
          <p:cNvSpPr>
            <a:spLocks noGrp="1"/>
          </p:cNvSpPr>
          <p:nvPr>
            <p:ph sz="quarter" idx="18"/>
          </p:nvPr>
        </p:nvSpPr>
        <p:spPr>
          <a:xfrm>
            <a:off x="587377" y="3979721"/>
            <a:ext cx="3529012" cy="2286000"/>
          </a:xfrm>
          <a:solidFill>
            <a:schemeClr val="accent6"/>
          </a:solidFill>
        </p:spPr>
        <p:txBody>
          <a:bodyPr lIns="216000" tIns="216000" rIns="216000" bIns="216000" anchor="t" anchorCtr="0">
            <a:noAutofit/>
          </a:bodyPr>
          <a:lstStyle>
            <a:lvl1pPr marL="0">
              <a:lnSpc>
                <a:spcPct val="110000"/>
              </a:lnSpc>
              <a:spcBef>
                <a:spcPts val="600"/>
              </a:spcBef>
              <a:buFont typeface="Arial" panose="020B0604020202020204" pitchFamily="34" charset="0"/>
              <a:buNone/>
              <a:defRPr sz="1300">
                <a:solidFill>
                  <a:schemeClr val="bg1"/>
                </a:solidFill>
              </a:defRPr>
            </a:lvl1pPr>
            <a:lvl2pPr>
              <a:defRPr sz="1600">
                <a:solidFill>
                  <a:schemeClr val="bg1"/>
                </a:solidFill>
                <a:latin typeface="+mj-lt"/>
                <a:cs typeface="+mj-lt"/>
              </a:defRPr>
            </a:lvl2pPr>
            <a:lvl3pPr>
              <a:defRPr sz="3600">
                <a:solidFill>
                  <a:schemeClr val="accent1"/>
                </a:solidFill>
                <a:latin typeface="+mj-lt"/>
                <a:cs typeface="+mj-lt"/>
              </a:defRPr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Content Placeholder 9"/>
          <p:cNvSpPr>
            <a:spLocks noGrp="1"/>
          </p:cNvSpPr>
          <p:nvPr>
            <p:ph sz="quarter" idx="19"/>
          </p:nvPr>
        </p:nvSpPr>
        <p:spPr>
          <a:xfrm>
            <a:off x="4331515" y="3979721"/>
            <a:ext cx="3528850" cy="2286000"/>
          </a:xfrm>
          <a:solidFill>
            <a:schemeClr val="accent6"/>
          </a:solidFill>
        </p:spPr>
        <p:txBody>
          <a:bodyPr lIns="216000" tIns="216000" rIns="216000" bIns="216000" anchor="t" anchorCtr="0">
            <a:noAutofit/>
          </a:bodyPr>
          <a:lstStyle>
            <a:lvl1pPr marL="0">
              <a:lnSpc>
                <a:spcPct val="110000"/>
              </a:lnSpc>
              <a:spcBef>
                <a:spcPts val="600"/>
              </a:spcBef>
              <a:buFont typeface="Arial" panose="020B0604020202020204" pitchFamily="34" charset="0"/>
              <a:buNone/>
              <a:defRPr sz="1300">
                <a:solidFill>
                  <a:schemeClr val="bg1"/>
                </a:solidFill>
              </a:defRPr>
            </a:lvl1pPr>
            <a:lvl2pPr>
              <a:defRPr sz="1600">
                <a:solidFill>
                  <a:schemeClr val="bg1"/>
                </a:solidFill>
                <a:latin typeface="+mj-lt"/>
                <a:cs typeface="+mj-lt"/>
              </a:defRPr>
            </a:lvl2pPr>
            <a:lvl3pPr>
              <a:defRPr sz="3600">
                <a:solidFill>
                  <a:schemeClr val="accent1"/>
                </a:solidFill>
                <a:latin typeface="+mj-lt"/>
                <a:cs typeface="+mj-lt"/>
              </a:defRPr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9"/>
          <p:cNvSpPr>
            <a:spLocks noGrp="1"/>
          </p:cNvSpPr>
          <p:nvPr>
            <p:ph sz="quarter" idx="36"/>
          </p:nvPr>
        </p:nvSpPr>
        <p:spPr>
          <a:xfrm>
            <a:off x="8075491" y="3979721"/>
            <a:ext cx="3528850" cy="2286000"/>
          </a:xfrm>
          <a:solidFill>
            <a:schemeClr val="accent6"/>
          </a:solidFill>
        </p:spPr>
        <p:txBody>
          <a:bodyPr lIns="216000" tIns="216000" rIns="216000" bIns="216000" anchor="t" anchorCtr="0">
            <a:noAutofit/>
          </a:bodyPr>
          <a:lstStyle>
            <a:lvl1pPr marL="0">
              <a:lnSpc>
                <a:spcPct val="110000"/>
              </a:lnSpc>
              <a:spcBef>
                <a:spcPts val="600"/>
              </a:spcBef>
              <a:buFont typeface="Arial" panose="020B0604020202020204" pitchFamily="34" charset="0"/>
              <a:buNone/>
              <a:defRPr sz="1300">
                <a:solidFill>
                  <a:schemeClr val="bg1"/>
                </a:solidFill>
              </a:defRPr>
            </a:lvl1pPr>
            <a:lvl2pPr>
              <a:defRPr sz="1600">
                <a:solidFill>
                  <a:schemeClr val="bg1"/>
                </a:solidFill>
                <a:latin typeface="+mj-lt"/>
                <a:cs typeface="+mj-lt"/>
              </a:defRPr>
            </a:lvl2pPr>
            <a:lvl3pPr>
              <a:defRPr sz="3600">
                <a:solidFill>
                  <a:schemeClr val="accent1"/>
                </a:solidFill>
                <a:latin typeface="+mj-lt"/>
                <a:cs typeface="+mj-lt"/>
              </a:defRPr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Title Placeholder"/>
          <p:cNvSpPr>
            <a:spLocks noGrp="1"/>
          </p:cNvSpPr>
          <p:nvPr>
            <p:ph type="title" hasCustomPrompt="1"/>
          </p:nvPr>
        </p:nvSpPr>
        <p:spPr>
          <a:xfrm>
            <a:off x="587375" y="592279"/>
            <a:ext cx="11017250" cy="470898"/>
          </a:xfrm>
          <a:prstGeom prst="rect">
            <a:avLst/>
          </a:prstGeom>
        </p:spPr>
        <p:txBody>
          <a:bodyPr vert="horz" wrap="square" lIns="0" tIns="0" rIns="0" bIns="0" rtlCol="0" anchor="ctr" anchorCtr="0">
            <a:noAutofit/>
          </a:bodyPr>
          <a:lstStyle>
            <a:lvl1pPr algn="l">
              <a:lnSpc>
                <a:spcPct val="85000"/>
              </a:lnSpc>
              <a:defRPr sz="3600" b="0" spc="-150" baseline="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</p:spTree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leV2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9"/>
          <p:cNvSpPr>
            <a:spLocks noGrp="1"/>
          </p:cNvSpPr>
          <p:nvPr>
            <p:ph sz="quarter" idx="14"/>
          </p:nvPr>
        </p:nvSpPr>
        <p:spPr>
          <a:xfrm>
            <a:off x="4919660" y="586425"/>
            <a:ext cx="6684965" cy="5687375"/>
          </a:xfrm>
          <a:prstGeom prst="rect">
            <a:avLst/>
          </a:prstGeom>
          <a:noFill/>
        </p:spPr>
        <p:txBody>
          <a:bodyPr lIns="0" tIns="360000" rIns="0" bIns="360000" anchor="ctr" anchorCtr="0">
            <a:noAutofit/>
          </a:bodyPr>
          <a:lstStyle>
            <a:lvl1pPr marL="0">
              <a:lnSpc>
                <a:spcPct val="90000"/>
              </a:lnSpc>
              <a:spcBef>
                <a:spcPts val="600"/>
              </a:spcBef>
              <a:buFont typeface="Arial" panose="020B0604020202020204" pitchFamily="34" charset="0"/>
              <a:buNone/>
              <a:defRPr sz="4800" b="0">
                <a:solidFill>
                  <a:schemeClr val="tx1"/>
                </a:solidFill>
                <a:latin typeface="+mj-lt"/>
              </a:defRPr>
            </a:lvl1pPr>
            <a:lvl2pPr>
              <a:defRPr sz="1400">
                <a:solidFill>
                  <a:schemeClr val="tx1"/>
                </a:solidFill>
              </a:defRPr>
            </a:lvl2pPr>
            <a:lvl3pPr>
              <a:defRPr sz="1400">
                <a:solidFill>
                  <a:schemeClr val="tx1"/>
                </a:solidFill>
              </a:defRPr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6" name="Picture Placeholder 11"/>
          <p:cNvSpPr>
            <a:spLocks noGrp="1"/>
          </p:cNvSpPr>
          <p:nvPr>
            <p:ph type="pic" sz="quarter" idx="15"/>
          </p:nvPr>
        </p:nvSpPr>
        <p:spPr>
          <a:xfrm>
            <a:off x="0" y="0"/>
            <a:ext cx="4332286" cy="6858000"/>
          </a:xfrm>
        </p:spPr>
        <p:txBody>
          <a:bodyPr/>
          <a:lstStyle/>
          <a:p>
            <a:endParaRPr lang="ru-RU"/>
          </a:p>
        </p:txBody>
      </p:sp>
      <p:cxnSp>
        <p:nvCxnSpPr>
          <p:cNvPr id="2" name="Straight Connector 1">
            <a:extLst>
              <a:ext uri="{FF2B5EF4-FFF2-40B4-BE49-F238E27FC236}">
                <a16:creationId xmlns:a16="http://schemas.microsoft.com/office/drawing/2014/main" id="{C0B0B251-A5E3-E6F8-DC7F-3FD4C048CA5E}"/>
              </a:ext>
            </a:extLst>
          </p:cNvPr>
          <p:cNvCxnSpPr>
            <a:cxnSpLocks/>
          </p:cNvCxnSpPr>
          <p:nvPr userDrawn="1"/>
        </p:nvCxnSpPr>
        <p:spPr>
          <a:xfrm>
            <a:off x="4919425" y="584200"/>
            <a:ext cx="6685200" cy="0"/>
          </a:xfrm>
          <a:prstGeom prst="line">
            <a:avLst/>
          </a:prstGeom>
          <a:ln w="12700">
            <a:solidFill>
              <a:schemeClr val="accent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AC503B25-090F-B557-764B-748C20A61D45}"/>
              </a:ext>
            </a:extLst>
          </p:cNvPr>
          <p:cNvCxnSpPr>
            <a:cxnSpLocks/>
          </p:cNvCxnSpPr>
          <p:nvPr userDrawn="1"/>
        </p:nvCxnSpPr>
        <p:spPr>
          <a:xfrm>
            <a:off x="4919425" y="6271575"/>
            <a:ext cx="6685200" cy="0"/>
          </a:xfrm>
          <a:prstGeom prst="line">
            <a:avLst/>
          </a:prstGeom>
          <a:ln w="12700">
            <a:solidFill>
              <a:schemeClr val="accent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leV3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9"/>
          <p:cNvSpPr>
            <a:spLocks noGrp="1"/>
          </p:cNvSpPr>
          <p:nvPr>
            <p:ph sz="quarter" idx="14"/>
          </p:nvPr>
        </p:nvSpPr>
        <p:spPr>
          <a:xfrm>
            <a:off x="588963" y="592748"/>
            <a:ext cx="11015661" cy="1329595"/>
          </a:xfrm>
          <a:prstGeom prst="roundRect">
            <a:avLst>
              <a:gd name="adj" fmla="val 0"/>
            </a:avLst>
          </a:prstGeom>
          <a:noFill/>
        </p:spPr>
        <p:txBody>
          <a:bodyPr wrap="square" lIns="360000" tIns="0" rIns="0" bIns="0" anchor="ctr" anchorCtr="0">
            <a:noAutofit/>
          </a:bodyPr>
          <a:lstStyle>
            <a:lvl1pPr marL="0">
              <a:lnSpc>
                <a:spcPct val="90000"/>
              </a:lnSpc>
              <a:spcBef>
                <a:spcPts val="600"/>
              </a:spcBef>
              <a:buFont typeface="Arial" panose="020B0604020202020204" pitchFamily="34" charset="0"/>
              <a:buNone/>
              <a:defRPr sz="4800" b="0">
                <a:solidFill>
                  <a:schemeClr val="tx1"/>
                </a:solidFill>
                <a:latin typeface="+mj-lt"/>
              </a:defRPr>
            </a:lvl1pPr>
            <a:lvl2pPr>
              <a:defRPr sz="1400">
                <a:solidFill>
                  <a:schemeClr val="tx1"/>
                </a:solidFill>
              </a:defRPr>
            </a:lvl2pPr>
            <a:lvl3pPr>
              <a:defRPr sz="1400">
                <a:solidFill>
                  <a:schemeClr val="tx1"/>
                </a:solidFill>
              </a:defRPr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7" name="Picture Placeholder 11"/>
          <p:cNvSpPr>
            <a:spLocks noGrp="1"/>
          </p:cNvSpPr>
          <p:nvPr>
            <p:ph type="pic" sz="quarter" idx="15"/>
          </p:nvPr>
        </p:nvSpPr>
        <p:spPr>
          <a:xfrm>
            <a:off x="0" y="2430464"/>
            <a:ext cx="12191999" cy="4427536"/>
          </a:xfrm>
        </p:spPr>
        <p:txBody>
          <a:bodyPr/>
          <a:lstStyle/>
          <a:p>
            <a:endParaRPr lang="ru-RU"/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AC503B25-090F-B557-764B-748C20A61D45}"/>
              </a:ext>
            </a:extLst>
          </p:cNvPr>
          <p:cNvCxnSpPr>
            <a:cxnSpLocks/>
          </p:cNvCxnSpPr>
          <p:nvPr userDrawn="1"/>
        </p:nvCxnSpPr>
        <p:spPr>
          <a:xfrm flipV="1">
            <a:off x="588963" y="592748"/>
            <a:ext cx="0" cy="1328400"/>
          </a:xfrm>
          <a:prstGeom prst="line">
            <a:avLst/>
          </a:prstGeom>
          <a:ln w="12700">
            <a:solidFill>
              <a:schemeClr val="accent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SWOT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Placeholder">
            <a:extLst>
              <a:ext uri="{FF2B5EF4-FFF2-40B4-BE49-F238E27FC236}">
                <a16:creationId xmlns:a16="http://schemas.microsoft.com/office/drawing/2014/main" id="{48B9B565-4127-1749-CC94-387CE3F7E35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87375" y="603029"/>
            <a:ext cx="11017250" cy="470898"/>
          </a:xfrm>
          <a:prstGeom prst="rect">
            <a:avLst/>
          </a:prstGeom>
        </p:spPr>
        <p:txBody>
          <a:bodyPr vert="horz" wrap="square" lIns="0" tIns="0" rIns="0" bIns="0" rtlCol="0" anchor="ctr" anchorCtr="0">
            <a:noAutofit/>
          </a:bodyPr>
          <a:lstStyle>
            <a:lvl1pPr algn="l">
              <a:lnSpc>
                <a:spcPct val="85000"/>
              </a:lnSpc>
              <a:defRPr sz="3600" b="0" spc="-150" baseline="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Click To Edit Master Text</a:t>
            </a:r>
            <a:r>
              <a:rPr lang="ru-RU" dirty="0"/>
              <a:t> </a:t>
            </a:r>
            <a:r>
              <a:rPr lang="en-US" dirty="0"/>
              <a:t>Styles</a:t>
            </a:r>
            <a:endParaRPr lang="ru-RU" dirty="0"/>
          </a:p>
        </p:txBody>
      </p:sp>
      <p:sp>
        <p:nvSpPr>
          <p:cNvPr id="2" name="Content Placeholder 9">
            <a:extLst>
              <a:ext uri="{FF2B5EF4-FFF2-40B4-BE49-F238E27FC236}">
                <a16:creationId xmlns:a16="http://schemas.microsoft.com/office/drawing/2014/main" id="{CF7D5859-130B-FD57-0F22-271EF7B03198}"/>
              </a:ext>
            </a:extLst>
          </p:cNvPr>
          <p:cNvSpPr>
            <a:spLocks noGrp="1"/>
          </p:cNvSpPr>
          <p:nvPr>
            <p:ph sz="quarter" idx="17"/>
          </p:nvPr>
        </p:nvSpPr>
        <p:spPr>
          <a:xfrm>
            <a:off x="3395662" y="2647950"/>
            <a:ext cx="2592267" cy="3625849"/>
          </a:xfrm>
          <a:prstGeom prst="rect">
            <a:avLst/>
          </a:prstGeom>
          <a:solidFill>
            <a:schemeClr val="accent6"/>
          </a:solidFill>
        </p:spPr>
        <p:txBody>
          <a:bodyPr lIns="216000" tIns="216000" rIns="216000" bIns="216000" anchor="t" anchorCtr="0">
            <a:noAutofit/>
          </a:bodyPr>
          <a:lstStyle>
            <a:lvl1pPr marL="0">
              <a:lnSpc>
                <a:spcPct val="110000"/>
              </a:lnSpc>
              <a:spcBef>
                <a:spcPts val="600"/>
              </a:spcBef>
              <a:buFont typeface="Arial" panose="020B0604020202020204" pitchFamily="34" charset="0"/>
              <a:buNone/>
              <a:defRPr sz="1300">
                <a:solidFill>
                  <a:schemeClr val="bg1"/>
                </a:solidFill>
              </a:defRPr>
            </a:lvl1pPr>
            <a:lvl2pPr>
              <a:defRPr sz="1400">
                <a:solidFill>
                  <a:schemeClr val="bg1"/>
                </a:solidFill>
              </a:defRPr>
            </a:lvl2pPr>
            <a:lvl3pPr>
              <a:defRPr sz="1600" b="0">
                <a:solidFill>
                  <a:schemeClr val="bg1"/>
                </a:solidFill>
                <a:latin typeface="+mj-lt"/>
              </a:defRPr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Content Placeholder 9">
            <a:extLst>
              <a:ext uri="{FF2B5EF4-FFF2-40B4-BE49-F238E27FC236}">
                <a16:creationId xmlns:a16="http://schemas.microsoft.com/office/drawing/2014/main" id="{E0569DF8-5A87-B756-49BF-F5E27778318D}"/>
              </a:ext>
            </a:extLst>
          </p:cNvPr>
          <p:cNvSpPr>
            <a:spLocks noGrp="1"/>
          </p:cNvSpPr>
          <p:nvPr>
            <p:ph sz="quarter" idx="21"/>
          </p:nvPr>
        </p:nvSpPr>
        <p:spPr>
          <a:xfrm>
            <a:off x="587375" y="2648821"/>
            <a:ext cx="2592387" cy="3625849"/>
          </a:xfrm>
          <a:prstGeom prst="rect">
            <a:avLst/>
          </a:prstGeom>
          <a:solidFill>
            <a:schemeClr val="accent6"/>
          </a:solidFill>
        </p:spPr>
        <p:txBody>
          <a:bodyPr lIns="216000" tIns="216000" rIns="216000" bIns="216000" anchor="t" anchorCtr="0">
            <a:noAutofit/>
          </a:bodyPr>
          <a:lstStyle>
            <a:lvl1pPr marL="0">
              <a:lnSpc>
                <a:spcPct val="110000"/>
              </a:lnSpc>
              <a:spcBef>
                <a:spcPts val="600"/>
              </a:spcBef>
              <a:buFont typeface="Arial" panose="020B0604020202020204" pitchFamily="34" charset="0"/>
              <a:buNone/>
              <a:defRPr sz="1300">
                <a:solidFill>
                  <a:schemeClr val="bg1"/>
                </a:solidFill>
              </a:defRPr>
            </a:lvl1pPr>
            <a:lvl2pPr>
              <a:defRPr sz="1400">
                <a:solidFill>
                  <a:schemeClr val="bg1"/>
                </a:solidFill>
              </a:defRPr>
            </a:lvl2pPr>
            <a:lvl3pPr>
              <a:defRPr sz="1600" b="0">
                <a:solidFill>
                  <a:schemeClr val="bg1"/>
                </a:solidFill>
                <a:latin typeface="+mj-lt"/>
              </a:defRPr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Content Placeholder 9">
            <a:extLst>
              <a:ext uri="{FF2B5EF4-FFF2-40B4-BE49-F238E27FC236}">
                <a16:creationId xmlns:a16="http://schemas.microsoft.com/office/drawing/2014/main" id="{5A343859-59D3-72D6-4493-F102BF449F17}"/>
              </a:ext>
            </a:extLst>
          </p:cNvPr>
          <p:cNvSpPr>
            <a:spLocks noGrp="1"/>
          </p:cNvSpPr>
          <p:nvPr>
            <p:ph sz="quarter" idx="19"/>
          </p:nvPr>
        </p:nvSpPr>
        <p:spPr>
          <a:xfrm>
            <a:off x="6203949" y="2647950"/>
            <a:ext cx="2592267" cy="3625849"/>
          </a:xfrm>
          <a:prstGeom prst="rect">
            <a:avLst/>
          </a:prstGeom>
          <a:solidFill>
            <a:schemeClr val="accent6"/>
          </a:solidFill>
        </p:spPr>
        <p:txBody>
          <a:bodyPr lIns="216000" tIns="216000" rIns="216000" bIns="216000" anchor="t" anchorCtr="0">
            <a:noAutofit/>
          </a:bodyPr>
          <a:lstStyle>
            <a:lvl1pPr marL="0">
              <a:lnSpc>
                <a:spcPct val="110000"/>
              </a:lnSpc>
              <a:spcBef>
                <a:spcPts val="600"/>
              </a:spcBef>
              <a:buFont typeface="Arial" panose="020B0604020202020204" pitchFamily="34" charset="0"/>
              <a:buNone/>
              <a:defRPr sz="1300">
                <a:solidFill>
                  <a:schemeClr val="bg1"/>
                </a:solidFill>
              </a:defRPr>
            </a:lvl1pPr>
            <a:lvl2pPr>
              <a:defRPr sz="1400">
                <a:solidFill>
                  <a:schemeClr val="bg1"/>
                </a:solidFill>
              </a:defRPr>
            </a:lvl2pPr>
            <a:lvl3pPr>
              <a:defRPr sz="1600" b="0">
                <a:solidFill>
                  <a:schemeClr val="bg1"/>
                </a:solidFill>
                <a:latin typeface="+mj-lt"/>
              </a:defRPr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Content Placeholder 9">
            <a:extLst>
              <a:ext uri="{FF2B5EF4-FFF2-40B4-BE49-F238E27FC236}">
                <a16:creationId xmlns:a16="http://schemas.microsoft.com/office/drawing/2014/main" id="{5C18E47C-D13B-7DA1-5744-A3CE9AD9A908}"/>
              </a:ext>
            </a:extLst>
          </p:cNvPr>
          <p:cNvSpPr>
            <a:spLocks noGrp="1"/>
          </p:cNvSpPr>
          <p:nvPr>
            <p:ph sz="quarter" idx="22"/>
          </p:nvPr>
        </p:nvSpPr>
        <p:spPr>
          <a:xfrm>
            <a:off x="9012357" y="2647950"/>
            <a:ext cx="2592267" cy="3625849"/>
          </a:xfrm>
          <a:prstGeom prst="rect">
            <a:avLst/>
          </a:prstGeom>
          <a:solidFill>
            <a:schemeClr val="accent6"/>
          </a:solidFill>
        </p:spPr>
        <p:txBody>
          <a:bodyPr lIns="216000" tIns="216000" rIns="216000" bIns="216000" anchor="t" anchorCtr="0">
            <a:noAutofit/>
          </a:bodyPr>
          <a:lstStyle>
            <a:lvl1pPr marL="0">
              <a:lnSpc>
                <a:spcPct val="110000"/>
              </a:lnSpc>
              <a:spcBef>
                <a:spcPts val="600"/>
              </a:spcBef>
              <a:buFont typeface="Arial" panose="020B0604020202020204" pitchFamily="34" charset="0"/>
              <a:buNone/>
              <a:defRPr sz="1300">
                <a:solidFill>
                  <a:schemeClr val="bg1"/>
                </a:solidFill>
              </a:defRPr>
            </a:lvl1pPr>
            <a:lvl2pPr>
              <a:defRPr sz="1400">
                <a:solidFill>
                  <a:schemeClr val="bg1"/>
                </a:solidFill>
              </a:defRPr>
            </a:lvl2pPr>
            <a:lvl3pPr>
              <a:defRPr sz="1600" b="0">
                <a:solidFill>
                  <a:schemeClr val="bg1"/>
                </a:solidFill>
                <a:latin typeface="+mj-lt"/>
              </a:defRPr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9">
            <a:extLst>
              <a:ext uri="{FF2B5EF4-FFF2-40B4-BE49-F238E27FC236}">
                <a16:creationId xmlns:a16="http://schemas.microsoft.com/office/drawing/2014/main" id="{52EA0415-2B23-AF33-4071-293624C630D0}"/>
              </a:ext>
            </a:extLst>
          </p:cNvPr>
          <p:cNvSpPr>
            <a:spLocks noGrp="1"/>
          </p:cNvSpPr>
          <p:nvPr>
            <p:ph sz="quarter" idx="23" hasCustomPrompt="1"/>
          </p:nvPr>
        </p:nvSpPr>
        <p:spPr>
          <a:xfrm>
            <a:off x="1523375" y="1600563"/>
            <a:ext cx="720000" cy="720000"/>
          </a:xfrm>
          <a:prstGeom prst="rect">
            <a:avLst/>
          </a:prstGeom>
          <a:noFill/>
        </p:spPr>
        <p:txBody>
          <a:bodyPr lIns="0" tIns="0" rIns="0" bIns="0" anchor="b" anchorCtr="0">
            <a:noAutofit/>
          </a:bodyPr>
          <a:lstStyle>
            <a:lvl1pPr marL="0" algn="ctr">
              <a:lnSpc>
                <a:spcPct val="110000"/>
              </a:lnSpc>
              <a:spcBef>
                <a:spcPts val="600"/>
              </a:spcBef>
              <a:buFont typeface="Arial" panose="020B0604020202020204" pitchFamily="34" charset="0"/>
              <a:buNone/>
              <a:defRPr sz="5400">
                <a:solidFill>
                  <a:schemeClr val="tx2"/>
                </a:solidFill>
                <a:latin typeface="+mj-lt"/>
              </a:defRPr>
            </a:lvl1pPr>
            <a:lvl2pPr>
              <a:defRPr sz="1400">
                <a:solidFill>
                  <a:schemeClr val="tx2"/>
                </a:solidFill>
              </a:defRPr>
            </a:lvl2pPr>
            <a:lvl3pPr>
              <a:defRPr sz="1400">
                <a:solidFill>
                  <a:schemeClr val="bg1"/>
                </a:solidFill>
              </a:defRPr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s-ES" dirty="0"/>
              <a:t>X</a:t>
            </a:r>
            <a:endParaRPr lang="en-US" dirty="0"/>
          </a:p>
        </p:txBody>
      </p:sp>
      <p:sp>
        <p:nvSpPr>
          <p:cNvPr id="7" name="Content Placeholder 9">
            <a:extLst>
              <a:ext uri="{FF2B5EF4-FFF2-40B4-BE49-F238E27FC236}">
                <a16:creationId xmlns:a16="http://schemas.microsoft.com/office/drawing/2014/main" id="{22C2B4B8-B6C8-7AC2-7DA4-5C1ECBD2878A}"/>
              </a:ext>
            </a:extLst>
          </p:cNvPr>
          <p:cNvSpPr>
            <a:spLocks noGrp="1"/>
          </p:cNvSpPr>
          <p:nvPr>
            <p:ph sz="quarter" idx="24" hasCustomPrompt="1"/>
          </p:nvPr>
        </p:nvSpPr>
        <p:spPr>
          <a:xfrm>
            <a:off x="4334433" y="1600563"/>
            <a:ext cx="720000" cy="720000"/>
          </a:xfrm>
          <a:prstGeom prst="rect">
            <a:avLst/>
          </a:prstGeom>
          <a:noFill/>
        </p:spPr>
        <p:txBody>
          <a:bodyPr lIns="0" tIns="0" rIns="0" bIns="0" anchor="b" anchorCtr="0">
            <a:noAutofit/>
          </a:bodyPr>
          <a:lstStyle>
            <a:lvl1pPr marL="0" algn="ctr">
              <a:lnSpc>
                <a:spcPct val="110000"/>
              </a:lnSpc>
              <a:spcBef>
                <a:spcPts val="600"/>
              </a:spcBef>
              <a:buFont typeface="Arial" panose="020B0604020202020204" pitchFamily="34" charset="0"/>
              <a:buNone/>
              <a:defRPr sz="5400">
                <a:solidFill>
                  <a:schemeClr val="tx2"/>
                </a:solidFill>
                <a:latin typeface="+mj-lt"/>
              </a:defRPr>
            </a:lvl1pPr>
            <a:lvl2pPr>
              <a:defRPr sz="1400">
                <a:solidFill>
                  <a:schemeClr val="tx2"/>
                </a:solidFill>
              </a:defRPr>
            </a:lvl2pPr>
            <a:lvl3pPr>
              <a:defRPr sz="1400">
                <a:solidFill>
                  <a:schemeClr val="bg1"/>
                </a:solidFill>
              </a:defRPr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s-ES" dirty="0"/>
              <a:t>X</a:t>
            </a:r>
            <a:endParaRPr lang="en-US" dirty="0"/>
          </a:p>
        </p:txBody>
      </p:sp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83AEC643-7AE8-4FCA-E49A-DBF03DA3BC7D}"/>
              </a:ext>
            </a:extLst>
          </p:cNvPr>
          <p:cNvSpPr>
            <a:spLocks noGrp="1"/>
          </p:cNvSpPr>
          <p:nvPr>
            <p:ph sz="quarter" idx="25" hasCustomPrompt="1"/>
          </p:nvPr>
        </p:nvSpPr>
        <p:spPr>
          <a:xfrm>
            <a:off x="7140338" y="1600563"/>
            <a:ext cx="720000" cy="720000"/>
          </a:xfrm>
          <a:prstGeom prst="rect">
            <a:avLst/>
          </a:prstGeom>
          <a:noFill/>
        </p:spPr>
        <p:txBody>
          <a:bodyPr lIns="0" tIns="0" rIns="0" bIns="0" anchor="b" anchorCtr="0">
            <a:noAutofit/>
          </a:bodyPr>
          <a:lstStyle>
            <a:lvl1pPr marL="0" algn="ctr">
              <a:lnSpc>
                <a:spcPct val="110000"/>
              </a:lnSpc>
              <a:spcBef>
                <a:spcPts val="600"/>
              </a:spcBef>
              <a:buFont typeface="Arial" panose="020B0604020202020204" pitchFamily="34" charset="0"/>
              <a:buNone/>
              <a:defRPr sz="5400">
                <a:solidFill>
                  <a:schemeClr val="tx2"/>
                </a:solidFill>
                <a:latin typeface="+mj-lt"/>
              </a:defRPr>
            </a:lvl1pPr>
            <a:lvl2pPr>
              <a:defRPr sz="1400">
                <a:solidFill>
                  <a:schemeClr val="tx2"/>
                </a:solidFill>
              </a:defRPr>
            </a:lvl2pPr>
            <a:lvl3pPr>
              <a:defRPr sz="1400">
                <a:solidFill>
                  <a:schemeClr val="bg1"/>
                </a:solidFill>
              </a:defRPr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s-ES" dirty="0"/>
              <a:t>X</a:t>
            </a:r>
            <a:endParaRPr lang="en-US" dirty="0"/>
          </a:p>
        </p:txBody>
      </p:sp>
      <p:sp>
        <p:nvSpPr>
          <p:cNvPr id="12" name="Content Placeholder 9">
            <a:extLst>
              <a:ext uri="{FF2B5EF4-FFF2-40B4-BE49-F238E27FC236}">
                <a16:creationId xmlns:a16="http://schemas.microsoft.com/office/drawing/2014/main" id="{9F4BCB30-9050-560C-5C62-10DDAA50EDE9}"/>
              </a:ext>
            </a:extLst>
          </p:cNvPr>
          <p:cNvSpPr>
            <a:spLocks noGrp="1"/>
          </p:cNvSpPr>
          <p:nvPr>
            <p:ph sz="quarter" idx="26" hasCustomPrompt="1"/>
          </p:nvPr>
        </p:nvSpPr>
        <p:spPr>
          <a:xfrm>
            <a:off x="9948115" y="1600563"/>
            <a:ext cx="720000" cy="720000"/>
          </a:xfrm>
          <a:prstGeom prst="rect">
            <a:avLst/>
          </a:prstGeom>
          <a:noFill/>
        </p:spPr>
        <p:txBody>
          <a:bodyPr lIns="0" tIns="0" rIns="0" bIns="0" anchor="b" anchorCtr="0">
            <a:noAutofit/>
          </a:bodyPr>
          <a:lstStyle>
            <a:lvl1pPr marL="0" algn="ctr">
              <a:lnSpc>
                <a:spcPct val="110000"/>
              </a:lnSpc>
              <a:spcBef>
                <a:spcPts val="600"/>
              </a:spcBef>
              <a:buFont typeface="Arial" panose="020B0604020202020204" pitchFamily="34" charset="0"/>
              <a:buNone/>
              <a:defRPr sz="5400">
                <a:solidFill>
                  <a:schemeClr val="tx2"/>
                </a:solidFill>
                <a:latin typeface="+mj-lt"/>
              </a:defRPr>
            </a:lvl1pPr>
            <a:lvl2pPr>
              <a:defRPr sz="1400">
                <a:solidFill>
                  <a:schemeClr val="tx2"/>
                </a:solidFill>
              </a:defRPr>
            </a:lvl2pPr>
            <a:lvl3pPr>
              <a:defRPr sz="1400">
                <a:solidFill>
                  <a:schemeClr val="bg1"/>
                </a:solidFill>
              </a:defRPr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s-ES" dirty="0"/>
              <a:t>X</a:t>
            </a:r>
            <a:endParaRPr lang="en-US" dirty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2D40A9BE-B928-3D84-F401-C9E0971CC1A4}"/>
              </a:ext>
            </a:extLst>
          </p:cNvPr>
          <p:cNvSpPr/>
          <p:nvPr userDrawn="1"/>
        </p:nvSpPr>
        <p:spPr>
          <a:xfrm>
            <a:off x="587375" y="1490663"/>
            <a:ext cx="2592000" cy="9398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F17B85C7-886D-1B01-C7D4-36176CBA6121}"/>
              </a:ext>
            </a:extLst>
          </p:cNvPr>
          <p:cNvSpPr/>
          <p:nvPr userDrawn="1"/>
        </p:nvSpPr>
        <p:spPr>
          <a:xfrm>
            <a:off x="6204338" y="1490663"/>
            <a:ext cx="2592000" cy="9398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82A72E4C-4B2B-4587-BF47-E966464A60C3}"/>
              </a:ext>
            </a:extLst>
          </p:cNvPr>
          <p:cNvSpPr/>
          <p:nvPr userDrawn="1"/>
        </p:nvSpPr>
        <p:spPr>
          <a:xfrm>
            <a:off x="3398433" y="1490663"/>
            <a:ext cx="2592000" cy="9398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2AD3043F-7F4F-B9D6-B942-680606DD8F73}"/>
              </a:ext>
            </a:extLst>
          </p:cNvPr>
          <p:cNvSpPr/>
          <p:nvPr userDrawn="1"/>
        </p:nvSpPr>
        <p:spPr>
          <a:xfrm>
            <a:off x="9012115" y="1490663"/>
            <a:ext cx="2592000" cy="9398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5" name="Isosceles Triangle 24">
            <a:extLst>
              <a:ext uri="{FF2B5EF4-FFF2-40B4-BE49-F238E27FC236}">
                <a16:creationId xmlns:a16="http://schemas.microsoft.com/office/drawing/2014/main" id="{EA90B84F-F0BA-ED5B-27D9-D20FE05C9D1C}"/>
              </a:ext>
            </a:extLst>
          </p:cNvPr>
          <p:cNvSpPr/>
          <p:nvPr userDrawn="1"/>
        </p:nvSpPr>
        <p:spPr>
          <a:xfrm rot="10800000">
            <a:off x="1721376" y="2430463"/>
            <a:ext cx="324000" cy="144000"/>
          </a:xfrm>
          <a:prstGeom prst="triangl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7" name="Isosceles Triangle 26">
            <a:extLst>
              <a:ext uri="{FF2B5EF4-FFF2-40B4-BE49-F238E27FC236}">
                <a16:creationId xmlns:a16="http://schemas.microsoft.com/office/drawing/2014/main" id="{917DC891-AE4F-DF48-BF0F-FEF3B7915C03}"/>
              </a:ext>
            </a:extLst>
          </p:cNvPr>
          <p:cNvSpPr/>
          <p:nvPr userDrawn="1"/>
        </p:nvSpPr>
        <p:spPr>
          <a:xfrm rot="10800000">
            <a:off x="4532433" y="2430463"/>
            <a:ext cx="324000" cy="144000"/>
          </a:xfrm>
          <a:prstGeom prst="triangl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9" name="Isosceles Triangle 28">
            <a:extLst>
              <a:ext uri="{FF2B5EF4-FFF2-40B4-BE49-F238E27FC236}">
                <a16:creationId xmlns:a16="http://schemas.microsoft.com/office/drawing/2014/main" id="{1DCFEB9C-8258-1CE4-391D-BF526E2E3F66}"/>
              </a:ext>
            </a:extLst>
          </p:cNvPr>
          <p:cNvSpPr/>
          <p:nvPr userDrawn="1"/>
        </p:nvSpPr>
        <p:spPr>
          <a:xfrm rot="10800000">
            <a:off x="7338338" y="2430463"/>
            <a:ext cx="324000" cy="144000"/>
          </a:xfrm>
          <a:prstGeom prst="triangle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31" name="Isosceles Triangle 30">
            <a:extLst>
              <a:ext uri="{FF2B5EF4-FFF2-40B4-BE49-F238E27FC236}">
                <a16:creationId xmlns:a16="http://schemas.microsoft.com/office/drawing/2014/main" id="{EE3111DE-B1B3-43F1-7079-D5BD3398B165}"/>
              </a:ext>
            </a:extLst>
          </p:cNvPr>
          <p:cNvSpPr/>
          <p:nvPr userDrawn="1"/>
        </p:nvSpPr>
        <p:spPr>
          <a:xfrm rot="10800000">
            <a:off x="10146115" y="2430464"/>
            <a:ext cx="324000" cy="144000"/>
          </a:xfrm>
          <a:prstGeom prst="triangl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8582755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24.xml"/><Relationship Id="rId18" Type="http://schemas.openxmlformats.org/officeDocument/2006/relationships/slideLayout" Target="../slideLayouts/slideLayout29.xml"/><Relationship Id="rId26" Type="http://schemas.openxmlformats.org/officeDocument/2006/relationships/slideLayout" Target="../slideLayouts/slideLayout37.xml"/><Relationship Id="rId3" Type="http://schemas.openxmlformats.org/officeDocument/2006/relationships/slideLayout" Target="../slideLayouts/slideLayout14.xml"/><Relationship Id="rId21" Type="http://schemas.openxmlformats.org/officeDocument/2006/relationships/slideLayout" Target="../slideLayouts/slideLayout32.xml"/><Relationship Id="rId34" Type="http://schemas.openxmlformats.org/officeDocument/2006/relationships/slideLayout" Target="../slideLayouts/slideLayout45.xml"/><Relationship Id="rId7" Type="http://schemas.openxmlformats.org/officeDocument/2006/relationships/slideLayout" Target="../slideLayouts/slideLayout18.xml"/><Relationship Id="rId12" Type="http://schemas.openxmlformats.org/officeDocument/2006/relationships/slideLayout" Target="../slideLayouts/slideLayout23.xml"/><Relationship Id="rId17" Type="http://schemas.openxmlformats.org/officeDocument/2006/relationships/slideLayout" Target="../slideLayouts/slideLayout28.xml"/><Relationship Id="rId25" Type="http://schemas.openxmlformats.org/officeDocument/2006/relationships/slideLayout" Target="../slideLayouts/slideLayout36.xml"/><Relationship Id="rId33" Type="http://schemas.openxmlformats.org/officeDocument/2006/relationships/slideLayout" Target="../slideLayouts/slideLayout44.xml"/><Relationship Id="rId2" Type="http://schemas.openxmlformats.org/officeDocument/2006/relationships/slideLayout" Target="../slideLayouts/slideLayout13.xml"/><Relationship Id="rId16" Type="http://schemas.openxmlformats.org/officeDocument/2006/relationships/slideLayout" Target="../slideLayouts/slideLayout27.xml"/><Relationship Id="rId20" Type="http://schemas.openxmlformats.org/officeDocument/2006/relationships/slideLayout" Target="../slideLayouts/slideLayout31.xml"/><Relationship Id="rId29" Type="http://schemas.openxmlformats.org/officeDocument/2006/relationships/slideLayout" Target="../slideLayouts/slideLayout40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24" Type="http://schemas.openxmlformats.org/officeDocument/2006/relationships/slideLayout" Target="../slideLayouts/slideLayout35.xml"/><Relationship Id="rId32" Type="http://schemas.openxmlformats.org/officeDocument/2006/relationships/slideLayout" Target="../slideLayouts/slideLayout43.xml"/><Relationship Id="rId5" Type="http://schemas.openxmlformats.org/officeDocument/2006/relationships/slideLayout" Target="../slideLayouts/slideLayout16.xml"/><Relationship Id="rId15" Type="http://schemas.openxmlformats.org/officeDocument/2006/relationships/slideLayout" Target="../slideLayouts/slideLayout26.xml"/><Relationship Id="rId23" Type="http://schemas.openxmlformats.org/officeDocument/2006/relationships/slideLayout" Target="../slideLayouts/slideLayout34.xml"/><Relationship Id="rId28" Type="http://schemas.openxmlformats.org/officeDocument/2006/relationships/slideLayout" Target="../slideLayouts/slideLayout39.xml"/><Relationship Id="rId10" Type="http://schemas.openxmlformats.org/officeDocument/2006/relationships/slideLayout" Target="../slideLayouts/slideLayout21.xml"/><Relationship Id="rId19" Type="http://schemas.openxmlformats.org/officeDocument/2006/relationships/slideLayout" Target="../slideLayouts/slideLayout30.xml"/><Relationship Id="rId31" Type="http://schemas.openxmlformats.org/officeDocument/2006/relationships/slideLayout" Target="../slideLayouts/slideLayout42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Relationship Id="rId14" Type="http://schemas.openxmlformats.org/officeDocument/2006/relationships/slideLayout" Target="../slideLayouts/slideLayout25.xml"/><Relationship Id="rId22" Type="http://schemas.openxmlformats.org/officeDocument/2006/relationships/slideLayout" Target="../slideLayouts/slideLayout33.xml"/><Relationship Id="rId27" Type="http://schemas.openxmlformats.org/officeDocument/2006/relationships/slideLayout" Target="../slideLayouts/slideLayout38.xml"/><Relationship Id="rId30" Type="http://schemas.openxmlformats.org/officeDocument/2006/relationships/slideLayout" Target="../slideLayouts/slideLayout41.xml"/><Relationship Id="rId35" Type="http://schemas.openxmlformats.org/officeDocument/2006/relationships/theme" Target="../theme/theme2.xml"/><Relationship Id="rId8" Type="http://schemas.openxmlformats.org/officeDocument/2006/relationships/slideLayout" Target="../slideLayouts/slideLayout1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3BCD35A-F78A-6489-BF1B-869EF4BE8D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62C77D7-50B3-801C-D27A-5DA8907BD8E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A570B59-B6D0-E211-AD85-35113409858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5B2405B-496F-460A-AA99-33EF2DEA77F0}" type="datetimeFigureOut">
              <a:rPr lang="en-US" smtClean="0"/>
              <a:t>9/8/2026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2BED0B7-4FA4-C2F3-A871-6C152982FA5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17F5FA0-372A-B7CE-4277-3C516F8AF14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428D767-82B7-4E23-A6B7-7B106EBE9C1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827650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5DBC626-9493-4173-4785-B4E4251F3E7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7207" y="584799"/>
            <a:ext cx="11007418" cy="720197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spAutoFit/>
          </a:bodyPr>
          <a:lstStyle/>
          <a:p>
            <a:r>
              <a:rPr lang="ru-RU" dirty="0"/>
              <a:t>Образец заголовка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2DC0C7E-C392-88D5-6F37-5427AF82E73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97207" y="1825625"/>
            <a:ext cx="11007418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 dirty="0"/>
              <a:t>Образец текста</a:t>
            </a:r>
          </a:p>
          <a:p>
            <a:pPr lvl="1"/>
            <a:r>
              <a:rPr lang="ru-RU" dirty="0"/>
              <a:t>Второй уровень</a:t>
            </a:r>
          </a:p>
          <a:p>
            <a:pPr lvl="2"/>
            <a:r>
              <a:rPr lang="ru-RU" dirty="0"/>
              <a:t>Третий уровень</a:t>
            </a:r>
          </a:p>
          <a:p>
            <a:pPr lvl="3"/>
            <a:r>
              <a:rPr lang="ru-RU" dirty="0"/>
              <a:t>Четвертый уровень</a:t>
            </a:r>
          </a:p>
          <a:p>
            <a:pPr lvl="4"/>
            <a:r>
              <a:rPr lang="ru-RU" dirty="0"/>
              <a:t>Пятый уровень</a:t>
            </a:r>
          </a:p>
        </p:txBody>
      </p:sp>
    </p:spTree>
    <p:extLst>
      <p:ext uri="{BB962C8B-B14F-4D97-AF65-F5344CB8AC3E}">
        <p14:creationId xmlns:p14="http://schemas.microsoft.com/office/powerpoint/2010/main" val="415431429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300" r:id="rId1"/>
    <p:sldLayoutId id="2147484301" r:id="rId2"/>
    <p:sldLayoutId id="2147484302" r:id="rId3"/>
    <p:sldLayoutId id="2147484303" r:id="rId4"/>
    <p:sldLayoutId id="2147484304" r:id="rId5"/>
    <p:sldLayoutId id="2147484305" r:id="rId6"/>
    <p:sldLayoutId id="2147484306" r:id="rId7"/>
    <p:sldLayoutId id="2147484307" r:id="rId8"/>
    <p:sldLayoutId id="2147484308" r:id="rId9"/>
    <p:sldLayoutId id="2147484309" r:id="rId10"/>
    <p:sldLayoutId id="2147484310" r:id="rId11"/>
    <p:sldLayoutId id="2147484311" r:id="rId12"/>
    <p:sldLayoutId id="2147484312" r:id="rId13"/>
    <p:sldLayoutId id="2147484313" r:id="rId14"/>
    <p:sldLayoutId id="2147484314" r:id="rId15"/>
    <p:sldLayoutId id="2147484315" r:id="rId16"/>
    <p:sldLayoutId id="2147484316" r:id="rId17"/>
    <p:sldLayoutId id="2147484317" r:id="rId18"/>
    <p:sldLayoutId id="2147484318" r:id="rId19"/>
    <p:sldLayoutId id="2147484319" r:id="rId20"/>
    <p:sldLayoutId id="2147484320" r:id="rId21"/>
    <p:sldLayoutId id="2147484321" r:id="rId22"/>
    <p:sldLayoutId id="2147484322" r:id="rId23"/>
    <p:sldLayoutId id="2147484323" r:id="rId24"/>
    <p:sldLayoutId id="2147484324" r:id="rId25"/>
    <p:sldLayoutId id="2147484325" r:id="rId26"/>
    <p:sldLayoutId id="2147484326" r:id="rId27"/>
    <p:sldLayoutId id="2147484327" r:id="rId28"/>
    <p:sldLayoutId id="2147484328" r:id="rId29"/>
    <p:sldLayoutId id="2147484329" r:id="rId30"/>
    <p:sldLayoutId id="2147484330" r:id="rId31"/>
    <p:sldLayoutId id="2147484331" r:id="rId32"/>
    <p:sldLayoutId id="2147484332" r:id="rId33"/>
    <p:sldLayoutId id="2147484333" r:id="rId34"/>
  </p:sldLayoutIdLst>
  <p:hf hdr="0" ftr="0" dt="0"/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4800" kern="1200" spc="0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0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0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0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0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0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31" orient="horz" pos="2160" userDrawn="1">
          <p15:clr>
            <a:srgbClr val="F26B43"/>
          </p15:clr>
        </p15:guide>
        <p15:guide id="32" pos="3840" userDrawn="1">
          <p15:clr>
            <a:srgbClr val="F26B43"/>
          </p15:clr>
        </p15:guide>
        <p15:guide id="33" pos="370" userDrawn="1">
          <p15:clr>
            <a:srgbClr val="F26B43"/>
          </p15:clr>
        </p15:guide>
        <p15:guide id="34" pos="7310" userDrawn="1">
          <p15:clr>
            <a:srgbClr val="F26B43"/>
          </p15:clr>
        </p15:guide>
        <p15:guide id="35" orient="horz" pos="368" userDrawn="1">
          <p15:clr>
            <a:srgbClr val="F26B43"/>
          </p15:clr>
        </p15:guide>
        <p15:guide id="36" orient="horz" pos="3952" userDrawn="1">
          <p15:clr>
            <a:srgbClr val="F26B43"/>
          </p15:clr>
        </p15:guide>
        <p15:guide id="37" pos="2003" userDrawn="1">
          <p15:clr>
            <a:srgbClr val="A4A3A4"/>
          </p15:clr>
        </p15:guide>
        <p15:guide id="38" pos="2139" userDrawn="1">
          <p15:clr>
            <a:srgbClr val="A4A3A4"/>
          </p15:clr>
        </p15:guide>
        <p15:guide id="39" pos="5541" userDrawn="1">
          <p15:clr>
            <a:srgbClr val="A4A3A4"/>
          </p15:clr>
        </p15:guide>
        <p15:guide id="40" pos="5677" userDrawn="1">
          <p15:clr>
            <a:srgbClr val="A4A3A4"/>
          </p15:clr>
        </p15:guide>
        <p15:guide id="41" pos="3772" userDrawn="1">
          <p15:clr>
            <a:srgbClr val="A4A3A4"/>
          </p15:clr>
        </p15:guide>
        <p15:guide id="42" pos="3908" userDrawn="1">
          <p15:clr>
            <a:srgbClr val="A4A3A4"/>
          </p15:clr>
        </p15:guide>
        <p15:guide id="43" pos="2593" userDrawn="1">
          <p15:clr>
            <a:srgbClr val="9FCC3B"/>
          </p15:clr>
        </p15:guide>
        <p15:guide id="44" pos="2729" userDrawn="1">
          <p15:clr>
            <a:srgbClr val="9FCC3B"/>
          </p15:clr>
        </p15:guide>
        <p15:guide id="45" pos="4951" userDrawn="1">
          <p15:clr>
            <a:srgbClr val="9FCC3B"/>
          </p15:clr>
        </p15:guide>
        <p15:guide id="46" pos="5087" userDrawn="1">
          <p15:clr>
            <a:srgbClr val="9FCC3B"/>
          </p15:clr>
        </p15:guide>
        <p15:guide id="47" orient="horz" pos="935" userDrawn="1">
          <p15:clr>
            <a:srgbClr val="F26B43"/>
          </p15:clr>
        </p15:guide>
        <p15:guide id="48" orient="horz" pos="2092" userDrawn="1">
          <p15:clr>
            <a:srgbClr val="F26B43"/>
          </p15:clr>
        </p15:guide>
        <p15:guide id="49" orient="horz" pos="2228" userDrawn="1">
          <p15:clr>
            <a:srgbClr val="F26B43"/>
          </p15:clr>
        </p15:guide>
        <p15:guide id="50" orient="horz" pos="1298" userDrawn="1">
          <p15:clr>
            <a:srgbClr val="F26B43"/>
          </p15:clr>
        </p15:guide>
        <p15:guide id="51" orient="horz" pos="1162" userDrawn="1">
          <p15:clr>
            <a:srgbClr val="F26B43"/>
          </p15:clr>
        </p15:guide>
        <p15:guide id="52" orient="horz" pos="3158" userDrawn="1">
          <p15:clr>
            <a:srgbClr val="F26B43"/>
          </p15:clr>
        </p15:guide>
        <p15:guide id="53" orient="horz" pos="3022" userDrawn="1">
          <p15:clr>
            <a:srgbClr val="F26B43"/>
          </p15:clr>
        </p15:guide>
        <p15:guide id="54" orient="horz" pos="1668" userDrawn="1">
          <p15:clr>
            <a:srgbClr val="9FCC3B"/>
          </p15:clr>
        </p15:guide>
        <p15:guide id="55" orient="horz" pos="1531" userDrawn="1">
          <p15:clr>
            <a:srgbClr val="9FCC3B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40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19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9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40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9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40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9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canvas-h-c2r1-w50h70"/>
          <p:cNvPicPr>
            <a:picLocks noGrp="1" noChangeAspect="1"/>
          </p:cNvPicPr>
          <p:nvPr>
            <p:ph sz="quarter" idx="13"/>
          </p:nvPr>
        </p:nvPicPr>
        <p:blipFill>
          <a:blip r:embed="rId2"/>
          <a:srcRect l="15074" r="15074"/>
          <a:stretch>
            <a:fillRect/>
          </a:stretch>
        </p:blipFill>
        <p:spPr>
          <a:xfrm>
            <a:off x="6203952" y="0"/>
            <a:ext cx="5988049" cy="6858000"/>
          </a:xfrm>
          <a:prstGeom prst="rect">
            <a:avLst/>
          </a:prstGeom>
        </p:spPr>
      </p:pic>
      <p:sp>
        <p:nvSpPr>
          <p:cNvPr id="3" name="canvas-h-c1r1-w50h70">
            <a:extLst>
              <a:ext uri="{FF2B5EF4-FFF2-40B4-BE49-F238E27FC236}">
                <a16:creationId xmlns:a16="http://schemas.microsoft.com/office/drawing/2014/main" id="{6119AE8B-C9EE-BEAD-5195-67C3E4A40E51}"/>
              </a:ext>
            </a:extLst>
          </p:cNvPr>
          <p:cNvSpPr>
            <a:spLocks noGrp="1"/>
          </p:cNvSpPr>
          <p:nvPr>
            <p:ph sz="quarter" idx="14"/>
          </p:nvPr>
        </p:nvSpPr>
        <p:spPr/>
        <p:txBody>
          <a:bodyPr>
            <a:normAutofit/>
          </a:bodyPr>
          <a:lstStyle/>
          <a:p>
            <a:r>
              <a:rPr lang="en-US" sz="4800" dirty="0">
                <a:solidFill>
                  <a:schemeClr val="tx1"/>
                </a:solidFill>
                <a:latin typeface="+mj-lt"/>
              </a:rPr>
              <a:t>Maize Yield Pro: Kenya Maize Yield Prediction and Agronomic Recommendations</a:t>
            </a:r>
          </a:p>
          <a:p>
            <a:endParaRPr lang="en-US" sz="1800" dirty="0">
              <a:solidFill>
                <a:schemeClr val="tx1"/>
              </a:solidFill>
              <a:latin typeface="+mj-lt"/>
            </a:endParaRPr>
          </a:p>
          <a:p>
            <a:r>
              <a:rPr lang="en-US" sz="1800" dirty="0">
                <a:solidFill>
                  <a:schemeClr val="tx1"/>
                </a:solidFill>
                <a:latin typeface="+mj-lt"/>
              </a:rPr>
              <a:t>From survey data to practical district-level decision support</a:t>
            </a:r>
          </a:p>
        </p:txBody>
      </p:sp>
    </p:spTree>
    <p:extLst>
      <p:ext uri="{BB962C8B-B14F-4D97-AF65-F5344CB8AC3E}">
        <p14:creationId xmlns:p14="http://schemas.microsoft.com/office/powerpoint/2010/main" val="50508947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canvas-h-c1r2-w100h45"/>
          <p:cNvPicPr>
            <a:picLocks noGrp="1" noChangeAspect="1"/>
          </p:cNvPicPr>
          <p:nvPr>
            <p:ph sz="quarter" idx="16"/>
          </p:nvPr>
        </p:nvPicPr>
        <p:blipFill>
          <a:blip r:embed="rId2"/>
          <a:srcRect l="919" r="919"/>
          <a:stretch>
            <a:fillRect/>
          </a:stretch>
        </p:blipFill>
        <p:spPr>
          <a:xfrm>
            <a:off x="0" y="3752952"/>
            <a:ext cx="12192000" cy="3105051"/>
          </a:xfrm>
          <a:prstGeom prst="rect">
            <a:avLst/>
          </a:prstGeom>
        </p:spPr>
      </p:pic>
      <p:sp>
        <p:nvSpPr>
          <p:cNvPr id="3" name="canvas-h-c1r1-w44h27"/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pPr indent="0"/>
            <a:r>
              <a:rPr lang="en-US" dirty="0">
                <a:latin typeface="+mn-lt"/>
                <a:cs typeface="+mn-lt"/>
              </a:rPr>
              <a:t>Maize productivity varies substantially across locations and seasons.</a:t>
            </a:r>
          </a:p>
          <a:p>
            <a:pPr indent="0"/>
            <a:r>
              <a:rPr lang="en-US" dirty="0">
                <a:latin typeface="+mn-lt"/>
                <a:cs typeface="+mn-lt"/>
              </a:rPr>
              <a:t>Farmers and agricultural programs need better evidence for planning and field advice.</a:t>
            </a:r>
          </a:p>
        </p:txBody>
      </p:sp>
      <p:sp>
        <p:nvSpPr>
          <p:cNvPr id="4" name="canvas-h-c2r1-w44h27"/>
          <p:cNvSpPr>
            <a:spLocks noGrp="1"/>
          </p:cNvSpPr>
          <p:nvPr>
            <p:ph sz="quarter" idx="15"/>
          </p:nvPr>
        </p:nvSpPr>
        <p:spPr/>
        <p:txBody>
          <a:bodyPr/>
          <a:lstStyle/>
          <a:p>
            <a:pPr indent="0"/>
            <a:r>
              <a:rPr lang="en-US" dirty="0">
                <a:latin typeface="+mn-lt"/>
                <a:cs typeface="+mn-lt"/>
              </a:rPr>
              <a:t>The project combines yield estimation with practical recommendations.</a:t>
            </a:r>
          </a:p>
          <a:p>
            <a:pPr indent="0"/>
            <a:r>
              <a:rPr lang="en-US" dirty="0">
                <a:latin typeface="+mn-lt"/>
                <a:cs typeface="+mn-lt"/>
              </a:rPr>
              <a:t>The platform supports decisions; it does not replace agronomic expertise.</a:t>
            </a:r>
          </a:p>
        </p:txBody>
      </p:sp>
      <p:sp>
        <p:nvSpPr>
          <p:cNvPr id="5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0" cap="none" dirty="0"/>
              <a:t>The Problem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nvas-v-c1r1-w21h70">
            <a:extLst>
              <a:ext uri="{FF2B5EF4-FFF2-40B4-BE49-F238E27FC236}">
                <a16:creationId xmlns:a16="http://schemas.microsoft.com/office/drawing/2014/main" id="{0AB8E254-9B65-5FE4-58AA-A757A26D5FDB}"/>
              </a:ext>
            </a:extLst>
          </p:cNvPr>
          <p:cNvSpPr>
            <a:spLocks noGrp="1"/>
          </p:cNvSpPr>
          <p:nvPr>
            <p:ph sz="quarter" idx="14"/>
          </p:nvPr>
        </p:nvSpPr>
        <p:spPr/>
        <p:txBody>
          <a:bodyPr/>
          <a:lstStyle/>
          <a:p>
            <a:pPr marL="0" lvl="1" indent="0">
              <a:buNone/>
            </a:pPr>
            <a:r>
              <a:rPr lang="en-US" dirty="0"/>
              <a:t>One Acre Fund MEL Agronomic Survey</a:t>
            </a:r>
          </a:p>
          <a:p>
            <a:pPr indent="0"/>
            <a:r>
              <a:rPr lang="en-US" dirty="0">
                <a:latin typeface="+mn-lt"/>
                <a:cs typeface="+mn-lt"/>
              </a:rPr>
              <a:t>23,674 Kenya-maize plot records</a:t>
            </a:r>
          </a:p>
          <a:p>
            <a:pPr indent="0"/>
            <a:r>
              <a:rPr lang="en-US" dirty="0">
                <a:latin typeface="+mn-lt"/>
                <a:cs typeface="+mn-lt"/>
              </a:rPr>
              <a:t>2016-2020 seasons</a:t>
            </a:r>
          </a:p>
          <a:p>
            <a:pPr indent="0"/>
            <a:r>
              <a:rPr lang="en-US" dirty="0">
                <a:latin typeface="+mn-lt"/>
                <a:cs typeface="+mn-lt"/>
              </a:rPr>
              <a:t>51 harmonized districts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809A3482-1C5D-1508-B21F-F6F2387D5A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0" cap="none" dirty="0"/>
              <a:t>Data Foundation</a:t>
            </a:r>
          </a:p>
        </p:txBody>
      </p:sp>
      <p:graphicFrame>
        <p:nvGraphicFramePr>
          <p:cNvPr id="4" name="canvas-h-c2r1-w67h70"/>
          <p:cNvGraphicFramePr>
            <a:graphicFrameLocks noGrp="1"/>
          </p:cNvGraphicFramePr>
          <p:nvPr>
            <p:ph sz="quarter" idx="15"/>
          </p:nvPr>
        </p:nvGraphicFramePr>
        <p:xfrm>
          <a:off x="3395663" y="1484313"/>
          <a:ext cx="8208959" cy="478948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409995771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nvas-v-c2r1-w17h70">
            <a:extLst>
              <a:ext uri="{FF2B5EF4-FFF2-40B4-BE49-F238E27FC236}">
                <a16:creationId xmlns:a16="http://schemas.microsoft.com/office/drawing/2014/main" id="{21C099FE-3300-F501-3E44-DFF53C7C69F5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pPr indent="0"/>
            <a:r>
              <a:rPr lang="en-US" dirty="0">
                <a:latin typeface="+mn-lt"/>
                <a:cs typeface="+mn-lt"/>
              </a:rPr>
              <a:t>Backfilled per-hectare quantities using verified unit relationships</a:t>
            </a:r>
          </a:p>
        </p:txBody>
      </p:sp>
      <p:sp>
        <p:nvSpPr>
          <p:cNvPr id="3" name="canvas-v-c1r1-w17h70">
            <a:extLst>
              <a:ext uri="{FF2B5EF4-FFF2-40B4-BE49-F238E27FC236}">
                <a16:creationId xmlns:a16="http://schemas.microsoft.com/office/drawing/2014/main" id="{BBABA7E0-D427-7E33-42F2-1B587277B668}"/>
              </a:ext>
            </a:extLst>
          </p:cNvPr>
          <p:cNvSpPr>
            <a:spLocks noGrp="1"/>
          </p:cNvSpPr>
          <p:nvPr>
            <p:ph sz="quarter" idx="14"/>
          </p:nvPr>
        </p:nvSpPr>
        <p:spPr/>
        <p:txBody>
          <a:bodyPr/>
          <a:lstStyle/>
          <a:p>
            <a:pPr indent="0"/>
            <a:r>
              <a:rPr lang="en-US" dirty="0">
                <a:latin typeface="+mn-lt"/>
                <a:cs typeface="+mn-lt"/>
              </a:rPr>
              <a:t>Standardized district names, IDs, dates, GPS, units, and seasons</a:t>
            </a:r>
          </a:p>
        </p:txBody>
      </p:sp>
      <p:sp>
        <p:nvSpPr>
          <p:cNvPr id="4" name="canvas-v-c3r1-w17h70">
            <a:extLst>
              <a:ext uri="{FF2B5EF4-FFF2-40B4-BE49-F238E27FC236}">
                <a16:creationId xmlns:a16="http://schemas.microsoft.com/office/drawing/2014/main" id="{F74785E1-BC7F-5B0A-5C0B-E00DE1760AE7}"/>
              </a:ext>
            </a:extLst>
          </p:cNvPr>
          <p:cNvSpPr>
            <a:spLocks noGrp="1"/>
          </p:cNvSpPr>
          <p:nvPr>
            <p:ph sz="quarter" idx="15"/>
          </p:nvPr>
        </p:nvSpPr>
        <p:spPr/>
        <p:txBody>
          <a:bodyPr/>
          <a:lstStyle/>
          <a:p>
            <a:pPr indent="0"/>
            <a:r>
              <a:rPr lang="en-US" dirty="0">
                <a:latin typeface="+mn-lt"/>
                <a:cs typeface="+mn-lt"/>
              </a:rPr>
              <a:t>Preserved raw values while flagging and winsorizing extreme values</a:t>
            </a:r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007868C0-BC02-CAC2-B2A5-94FBAF1A58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0" cap="none" dirty="0"/>
              <a:t>Data Quality and Cleaning</a:t>
            </a:r>
          </a:p>
        </p:txBody>
      </p:sp>
      <p:sp>
        <p:nvSpPr>
          <p:cNvPr id="6" name="canvas-v-c4r1-w17h70">
            <a:extLst>
              <a:ext uri="{FF2B5EF4-FFF2-40B4-BE49-F238E27FC236}">
                <a16:creationId xmlns:a16="http://schemas.microsoft.com/office/drawing/2014/main" id="{52CDDC30-2B8C-FACC-D700-83509BB28B1A}"/>
              </a:ext>
            </a:extLst>
          </p:cNvPr>
          <p:cNvSpPr>
            <a:spLocks noGrp="1"/>
          </p:cNvSpPr>
          <p:nvPr>
            <p:ph sz="quarter" idx="16"/>
          </p:nvPr>
        </p:nvSpPr>
        <p:spPr/>
        <p:txBody>
          <a:bodyPr/>
          <a:lstStyle/>
          <a:p>
            <a:pPr indent="0"/>
            <a:r>
              <a:rPr lang="en-US" dirty="0">
                <a:latin typeface="+mn-lt"/>
                <a:cs typeface="+mn-lt"/>
              </a:rPr>
              <a:t>Retained missingness rather than hiding uncertainty</a:t>
            </a:r>
          </a:p>
        </p:txBody>
      </p:sp>
      <p:sp>
        <p:nvSpPr>
          <p:cNvPr id="7" name="canvas-v-c5r1-w17h70">
            <a:extLst>
              <a:ext uri="{FF2B5EF4-FFF2-40B4-BE49-F238E27FC236}">
                <a16:creationId xmlns:a16="http://schemas.microsoft.com/office/drawing/2014/main" id="{B13FC386-55FE-A03C-5450-CA1C5CAE5EB5}"/>
              </a:ext>
            </a:extLst>
          </p:cNvPr>
          <p:cNvSpPr>
            <a:spLocks noGrp="1"/>
          </p:cNvSpPr>
          <p:nvPr>
            <p:ph sz="quarter" idx="17"/>
          </p:nvPr>
        </p:nvSpPr>
        <p:spPr/>
        <p:txBody>
          <a:bodyPr/>
          <a:lstStyle/>
          <a:p>
            <a:pPr indent="0"/>
            <a:r>
              <a:rPr lang="en-US" dirty="0">
                <a:latin typeface="+mn-lt"/>
                <a:cs typeface="+mn-lt"/>
              </a:rPr>
              <a:t>Together these steps form a before-and-after data-quality workflow applied to the raw survey data.</a:t>
            </a:r>
          </a:p>
        </p:txBody>
      </p:sp>
    </p:spTree>
    <p:extLst>
      <p:ext uri="{BB962C8B-B14F-4D97-AF65-F5344CB8AC3E}">
        <p14:creationId xmlns:p14="http://schemas.microsoft.com/office/powerpoint/2010/main" val="11092731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nvas-v-c2r1-w29h70">
            <a:extLst>
              <a:ext uri="{FF2B5EF4-FFF2-40B4-BE49-F238E27FC236}">
                <a16:creationId xmlns:a16="http://schemas.microsoft.com/office/drawing/2014/main" id="{C8AC8269-EFC5-1B34-19D7-D6E30333685F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pPr marL="0" lvl="1" indent="0">
              <a:buNone/>
            </a:pPr>
            <a:r>
              <a:rPr lang="en-US" dirty="0"/>
              <a:t>Leakage control removed</a:t>
            </a:r>
          </a:p>
          <a:p>
            <a:pPr indent="0"/>
            <a:r>
              <a:rPr lang="en-US" dirty="0">
                <a:latin typeface="+mn-lt"/>
                <a:cs typeface="+mn-lt"/>
              </a:rPr>
              <a:t>Identifiers, unstable year proxies, target leakage, and post-harvest information</a:t>
            </a:r>
          </a:p>
        </p:txBody>
      </p:sp>
      <p:sp>
        <p:nvSpPr>
          <p:cNvPr id="3" name="canvas-v-c1r1-w29h70">
            <a:extLst>
              <a:ext uri="{FF2B5EF4-FFF2-40B4-BE49-F238E27FC236}">
                <a16:creationId xmlns:a16="http://schemas.microsoft.com/office/drawing/2014/main" id="{EEA6E06B-0E00-2645-47C6-B2B3CB1A249D}"/>
              </a:ext>
            </a:extLst>
          </p:cNvPr>
          <p:cNvSpPr>
            <a:spLocks noGrp="1"/>
          </p:cNvSpPr>
          <p:nvPr>
            <p:ph sz="quarter" idx="14"/>
          </p:nvPr>
        </p:nvSpPr>
        <p:spPr/>
        <p:txBody>
          <a:bodyPr/>
          <a:lstStyle/>
          <a:p>
            <a:pPr marL="0" lvl="1" indent="0">
              <a:buNone/>
            </a:pPr>
            <a:r>
              <a:rPr lang="en-US" dirty="0"/>
              <a:t>Feature categories created</a:t>
            </a:r>
          </a:p>
          <a:p>
            <a:pPr indent="0"/>
            <a:r>
              <a:rPr lang="en-US" dirty="0">
                <a:latin typeface="+mn-lt"/>
                <a:cs typeface="+mn-lt"/>
              </a:rPr>
              <a:t>Nutrient, seed, timing, wealth, pest, compost, density, and missingness features</a:t>
            </a:r>
          </a:p>
        </p:txBody>
      </p:sp>
      <p:sp>
        <p:nvSpPr>
          <p:cNvPr id="4" name="canvas-v-c3r1-w29h70">
            <a:extLst>
              <a:ext uri="{FF2B5EF4-FFF2-40B4-BE49-F238E27FC236}">
                <a16:creationId xmlns:a16="http://schemas.microsoft.com/office/drawing/2014/main" id="{68AFB61A-EA05-4CA8-E037-3765567C6B07}"/>
              </a:ext>
            </a:extLst>
          </p:cNvPr>
          <p:cNvSpPr>
            <a:spLocks noGrp="1"/>
          </p:cNvSpPr>
          <p:nvPr>
            <p:ph sz="quarter" idx="15"/>
          </p:nvPr>
        </p:nvSpPr>
        <p:spPr/>
        <p:txBody>
          <a:bodyPr/>
          <a:lstStyle/>
          <a:p>
            <a:pPr marL="0" lvl="1" indent="0">
              <a:buNone/>
            </a:pPr>
            <a:r>
              <a:rPr lang="en-US" dirty="0"/>
              <a:t>Variable classification</a:t>
            </a:r>
          </a:p>
          <a:p>
            <a:pPr indent="0"/>
            <a:r>
              <a:rPr lang="en-US" dirty="0">
                <a:latin typeface="+mn-lt"/>
                <a:cs typeface="+mn-lt"/>
              </a:rPr>
              <a:t>Ex ante, mid-season, ex post, or leaky</a:t>
            </a:r>
          </a:p>
          <a:p>
            <a:pPr indent="0"/>
            <a:r>
              <a:rPr lang="en-US" dirty="0">
                <a:latin typeface="+mn-lt"/>
                <a:cs typeface="+mn-lt"/>
              </a:rPr>
              <a:t>The model contract prioritizes information available at the time of decision-making.</a:t>
            </a:r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6292F917-01EE-6BBB-5297-6130FC124C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0" cap="none" dirty="0"/>
              <a:t>Feature Engineering and Leakage Control</a:t>
            </a:r>
          </a:p>
        </p:txBody>
      </p:sp>
    </p:spTree>
    <p:extLst>
      <p:ext uri="{BB962C8B-B14F-4D97-AF65-F5344CB8AC3E}">
        <p14:creationId xmlns:p14="http://schemas.microsoft.com/office/powerpoint/2010/main" val="128272726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canvas-h-c1r2-w100h45"/>
          <p:cNvPicPr>
            <a:picLocks noGrp="1" noChangeAspect="1"/>
          </p:cNvPicPr>
          <p:nvPr>
            <p:ph sz="quarter" idx="16"/>
          </p:nvPr>
        </p:nvPicPr>
        <p:blipFill>
          <a:blip r:embed="rId2"/>
          <a:srcRect l="919" r="919"/>
          <a:stretch>
            <a:fillRect/>
          </a:stretch>
        </p:blipFill>
        <p:spPr>
          <a:xfrm>
            <a:off x="0" y="3752952"/>
            <a:ext cx="12192000" cy="3105051"/>
          </a:xfrm>
          <a:prstGeom prst="rect">
            <a:avLst/>
          </a:prstGeom>
        </p:spPr>
      </p:pic>
      <p:sp>
        <p:nvSpPr>
          <p:cNvPr id="3" name="canvas-h-c1r1-w44h27"/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pPr marL="0" lvl="1" indent="0">
              <a:buNone/>
            </a:pPr>
            <a:r>
              <a:rPr lang="en-US" dirty="0"/>
              <a:t>Sources and matching</a:t>
            </a:r>
          </a:p>
          <a:p>
            <a:pPr indent="0"/>
            <a:r>
              <a:rPr lang="en-US" dirty="0">
                <a:latin typeface="+mn-lt"/>
                <a:cs typeface="+mn-lt"/>
              </a:rPr>
              <a:t>Used CHIRPS rainfall and ERA5-Land temperature through Google Earth Engine. Matched survey observations using field GPS, site centroids, and district centroids.</a:t>
            </a:r>
          </a:p>
        </p:txBody>
      </p:sp>
      <p:sp>
        <p:nvSpPr>
          <p:cNvPr id="4" name="canvas-h-c2r1-w44h27"/>
          <p:cNvSpPr>
            <a:spLocks noGrp="1"/>
          </p:cNvSpPr>
          <p:nvPr>
            <p:ph sz="quarter" idx="15"/>
          </p:nvPr>
        </p:nvSpPr>
        <p:spPr/>
        <p:txBody>
          <a:bodyPr/>
          <a:lstStyle/>
          <a:p>
            <a:pPr marL="0" lvl="1" indent="0">
              <a:buNone/>
            </a:pPr>
            <a:r>
              <a:rPr lang="en-US" dirty="0"/>
              <a:t>Derived features</a:t>
            </a:r>
          </a:p>
          <a:p>
            <a:pPr indent="0"/>
            <a:r>
              <a:rPr lang="en-US" dirty="0">
                <a:latin typeface="+mn-lt"/>
                <a:cs typeface="+mn-lt"/>
              </a:rPr>
              <a:t>Created monthly, seasonal, plant-date-relative, climatology, and anomaly features. Note: weather features can also reflect geography and season, not only local weather effects.</a:t>
            </a:r>
          </a:p>
        </p:txBody>
      </p:sp>
      <p:sp>
        <p:nvSpPr>
          <p:cNvPr id="5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0" cap="none" dirty="0"/>
              <a:t>Weather Enrichment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nvas-v-c1r1-w21h70">
            <a:extLst>
              <a:ext uri="{FF2B5EF4-FFF2-40B4-BE49-F238E27FC236}">
                <a16:creationId xmlns:a16="http://schemas.microsoft.com/office/drawing/2014/main" id="{0AB8E254-9B65-5FE4-58AA-A757A26D5FDB}"/>
              </a:ext>
            </a:extLst>
          </p:cNvPr>
          <p:cNvSpPr>
            <a:spLocks noGrp="1"/>
          </p:cNvSpPr>
          <p:nvPr>
            <p:ph sz="quarter" idx="14"/>
          </p:nvPr>
        </p:nvSpPr>
        <p:spPr/>
        <p:txBody>
          <a:bodyPr/>
          <a:lstStyle/>
          <a:p>
            <a:pPr marL="0" lvl="1" indent="0">
              <a:buNone/>
            </a:pPr>
            <a:r>
              <a:rPr lang="en-US" dirty="0"/>
              <a:t>Prediction target</a:t>
            </a:r>
          </a:p>
          <a:p>
            <a:pPr indent="0"/>
            <a:r>
              <a:rPr lang="en-US" dirty="0">
                <a:latin typeface="+mn-lt"/>
                <a:cs typeface="+mn-lt"/>
              </a:rPr>
              <a:t>District-season mean maize yield in kg/ha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809A3482-1C5D-1508-B21F-F6F2387D5A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0" cap="none" dirty="0"/>
              <a:t>Yield Prediction Model</a:t>
            </a:r>
          </a:p>
        </p:txBody>
      </p:sp>
      <p:sp>
        <p:nvSpPr>
          <p:cNvPr id="4" name="canvas-h-c2r1-w67h70">
            <a:extLst>
              <a:ext uri="{FF2B5EF4-FFF2-40B4-BE49-F238E27FC236}">
                <a16:creationId xmlns:a16="http://schemas.microsoft.com/office/drawing/2014/main" id="{CE401329-BC86-310A-A295-0957A2DD3CCC}"/>
              </a:ext>
            </a:extLst>
          </p:cNvPr>
          <p:cNvSpPr>
            <a:spLocks noGrp="1"/>
          </p:cNvSpPr>
          <p:nvPr>
            <p:ph sz="quarter" idx="15"/>
          </p:nvPr>
        </p:nvSpPr>
        <p:spPr/>
        <p:txBody>
          <a:bodyPr/>
          <a:lstStyle/>
          <a:p>
            <a:pPr indent="0"/>
            <a:r>
              <a:rPr lang="en-US" dirty="0">
                <a:latin typeface="+mn-lt"/>
                <a:cs typeface="+mn-lt"/>
              </a:rPr>
              <a:t>Ensemble members: ExtraTrees, LightGBM, Random Forest, XGBoost, and an entity-embedding neural network</a:t>
            </a:r>
          </a:p>
          <a:p>
            <a:pPr indent="0"/>
            <a:r>
              <a:rPr lang="en-US" dirty="0">
                <a:latin typeface="+mn-lt"/>
                <a:cs typeface="+mn-lt"/>
              </a:rPr>
              <a:t>Predictions are aggregated from plot-level estimates to district means</a:t>
            </a:r>
          </a:p>
          <a:p>
            <a:pPr indent="0"/>
            <a:r>
              <a:rPr lang="en-US" dirty="0">
                <a:latin typeface="+mn-lt"/>
                <a:cs typeface="+mn-lt"/>
              </a:rPr>
              <a:t>Includes prediction intervals and warnings for thin samples or unknown districts</a:t>
            </a:r>
          </a:p>
          <a:p>
            <a:pPr indent="0"/>
            <a:r>
              <a:rPr lang="en-US" dirty="0">
                <a:latin typeface="+mn-lt"/>
                <a:cs typeface="+mn-lt"/>
              </a:rPr>
              <a:t>District-level prediction is more reliable than individual plot prediction because it aggregates across many plot-level estimates.</a:t>
            </a:r>
          </a:p>
        </p:txBody>
      </p:sp>
    </p:spTree>
    <p:extLst>
      <p:ext uri="{BB962C8B-B14F-4D97-AF65-F5344CB8AC3E}">
        <p14:creationId xmlns:p14="http://schemas.microsoft.com/office/powerpoint/2010/main" val="409995771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canvas-h-c1r1-w90h63"/>
          <p:cNvGraphicFramePr>
            <a:graphicFrameLocks noGrp="1"/>
          </p:cNvGraphicFramePr>
          <p:nvPr>
            <p:ph sz="quarter" idx="15"/>
          </p:nvPr>
        </p:nvGraphicFramePr>
        <p:xfrm>
          <a:off x="587375" y="1941921"/>
          <a:ext cx="11017250" cy="4331876"/>
        </p:xfrm>
        <a:graphic>
          <a:graphicData uri="http://schemas.openxmlformats.org/drawingml/2006/table">
            <a:tbl>
              <a:tblPr firstRow="1" bandRow="1">
                <a:tableStyleId>{3B4B98B0-60AC-42C2-AFA5-B58CD77FA1E5}</a:tableStyleId>
              </a:tblPr>
              <a:tblGrid>
                <a:gridCol w="55086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5086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784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latin typeface="+mn-lt"/>
                          <a:ea typeface="+mn-ea"/>
                          <a:cs typeface="+mn-cs"/>
                        </a:rPr>
                        <a:t>Metric</a:t>
                      </a:r>
                    </a:p>
                  </a:txBody>
                  <a:tcPr marL="48768" marR="48768" marT="48768" marB="48768" anchor="ctr"/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latin typeface="+mn-lt"/>
                          <a:ea typeface="+mn-ea"/>
                          <a:cs typeface="+mn-cs"/>
                        </a:rPr>
                        <a:t>Value</a:t>
                      </a:r>
                    </a:p>
                  </a:txBody>
                  <a:tcPr marL="48768" marR="48768" marT="48768" marB="48768"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4224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2020 test R2</a:t>
                      </a:r>
                      <a:endParaRPr lang="en-US" sz="1100" dirty="0"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48768" marR="48768" marT="48768" marB="48768" anchor="ctr"/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0.586</a:t>
                      </a:r>
                      <a:endParaRPr lang="en-US" sz="1100" dirty="0"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48768" marR="48768" marT="48768" marB="48768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4224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2020 MAE</a:t>
                      </a:r>
                      <a:endParaRPr lang="en-US" sz="1100" dirty="0"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48768" marR="48768" marT="48768" marB="48768" anchor="ctr"/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329 kg/ha</a:t>
                      </a:r>
                      <a:endParaRPr lang="en-US" sz="1100" dirty="0"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48768" marR="48768" marT="48768" marB="48768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4224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Correlation</a:t>
                      </a:r>
                      <a:endParaRPr lang="en-US" sz="1100" dirty="0"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48768" marR="48768" marT="48768" marB="48768" anchor="ctr"/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0.765</a:t>
                      </a:r>
                      <a:endParaRPr lang="en-US" sz="1100" dirty="0"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48768" marR="48768" marT="48768" marB="48768"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4224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Nominal 80% interval coverage</a:t>
                      </a:r>
                      <a:endParaRPr lang="en-US" sz="1100" dirty="0"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48768" marR="48768" marT="48768" marB="48768" anchor="ctr"/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92%</a:t>
                      </a:r>
                      <a:endParaRPr lang="en-US" sz="1100" dirty="0"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48768" marR="48768" marT="48768" marB="48768" anchor="ctr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4224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Validation range R2</a:t>
                      </a:r>
                      <a:endParaRPr lang="en-US" sz="1100" dirty="0"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48768" marR="48768" marT="48768" marB="48768" anchor="ctr"/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0.22-0.59</a:t>
                      </a:r>
                      <a:endParaRPr lang="en-US" sz="1100" dirty="0"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48768" marR="48768" marT="48768" marB="48768" anchor="ctr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64224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Validation range MAE</a:t>
                      </a:r>
                      <a:endParaRPr lang="en-US" sz="1100" dirty="0"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48768" marR="48768" marT="48768" marB="48768" anchor="ctr"/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approximately 300-700 kg/ha</a:t>
                      </a:r>
                      <a:endParaRPr lang="en-US" sz="1100" dirty="0"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48768" marR="48768" marT="48768" marB="48768" anchor="ctr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3" name="intro-w90h6"/>
          <p:cNvSpPr>
            <a:spLocks noGrp="1"/>
          </p:cNvSpPr>
          <p:nvPr>
            <p:ph type="body" sz="quarter" idx="19"/>
          </p:nvPr>
        </p:nvSpPr>
        <p:spPr/>
        <p:txBody>
          <a:bodyPr/>
          <a:lstStyle/>
          <a:p>
            <a:pPr indent="0"/>
            <a:r>
              <a:rPr lang="en-US" dirty="0">
                <a:latin typeface="+mn-lt"/>
                <a:cs typeface="+mn-lt"/>
              </a:rPr>
              <a:t>Performance varies by season, district size, data quality, and availability of the model artifact.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0" cap="none" dirty="0"/>
              <a:t>Validation Results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canvas-h-c1r2-w100h45"/>
          <p:cNvPicPr>
            <a:picLocks noGrp="1" noChangeAspect="1"/>
          </p:cNvPicPr>
          <p:nvPr>
            <p:ph sz="quarter" idx="16"/>
          </p:nvPr>
        </p:nvPicPr>
        <p:blipFill>
          <a:blip r:embed="rId2"/>
          <a:srcRect l="919" r="919"/>
          <a:stretch>
            <a:fillRect/>
          </a:stretch>
        </p:blipFill>
        <p:spPr>
          <a:xfrm>
            <a:off x="0" y="3752952"/>
            <a:ext cx="12192000" cy="3105051"/>
          </a:xfrm>
          <a:prstGeom prst="rect">
            <a:avLst/>
          </a:prstGeom>
        </p:spPr>
      </p:pic>
      <p:sp>
        <p:nvSpPr>
          <p:cNvPr id="3" name="canvas-h-c1r1-w44h27"/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pPr marL="0" lvl="1" indent="0">
              <a:buNone/>
            </a:pPr>
            <a:r>
              <a:rPr lang="en-US" dirty="0"/>
              <a:t>Generated separately from the yield model</a:t>
            </a:r>
          </a:p>
          <a:p>
            <a:pPr indent="0"/>
            <a:r>
              <a:rPr lang="en-US" dirty="0">
                <a:latin typeface="+mn-lt"/>
                <a:cs typeface="+mn-lt"/>
              </a:rPr>
              <a:t>Eight levers are evaluated: planting date, DAP, CAN, hybrid seed share, seed variety, compost, lime, and intercropping.</a:t>
            </a:r>
          </a:p>
        </p:txBody>
      </p:sp>
      <p:sp>
        <p:nvSpPr>
          <p:cNvPr id="4" name="canvas-h-c2r1-w44h27"/>
          <p:cNvSpPr>
            <a:spLocks noGrp="1"/>
          </p:cNvSpPr>
          <p:nvPr>
            <p:ph sz="quarter" idx="15"/>
          </p:nvPr>
        </p:nvSpPr>
        <p:spPr/>
        <p:txBody>
          <a:bodyPr/>
          <a:lstStyle/>
          <a:p>
            <a:pPr marL="0" lvl="1" indent="0">
              <a:buNone/>
            </a:pPr>
            <a:r>
              <a:rPr lang="en-US" dirty="0"/>
              <a:t>Fitted response curves and gating logic</a:t>
            </a:r>
          </a:p>
          <a:p>
            <a:pPr indent="0"/>
            <a:r>
              <a:rPr lang="en-US" dirty="0">
                <a:latin typeface="+mn-lt"/>
                <a:cs typeface="+mn-lt"/>
              </a:rPr>
              <a:t>Every recommendation must pass support, evidence, minimum-lift, and fitted-domain gates. A plateau rule selects the smallest practical change near the best-supported value. Recommendations are associative, not causal treatment effects.</a:t>
            </a:r>
          </a:p>
        </p:txBody>
      </p:sp>
      <p:sp>
        <p:nvSpPr>
          <p:cNvPr id="5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0" cap="none" dirty="0"/>
              <a:t>Agronomic Recommendation Layer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nvas-v-c1r1-w21h70">
            <a:extLst>
              <a:ext uri="{FF2B5EF4-FFF2-40B4-BE49-F238E27FC236}">
                <a16:creationId xmlns:a16="http://schemas.microsoft.com/office/drawing/2014/main" id="{0AB8E254-9B65-5FE4-58AA-A757A26D5FDB}"/>
              </a:ext>
            </a:extLst>
          </p:cNvPr>
          <p:cNvSpPr>
            <a:spLocks noGrp="1"/>
          </p:cNvSpPr>
          <p:nvPr>
            <p:ph sz="quarter" idx="14"/>
          </p:nvPr>
        </p:nvSpPr>
        <p:spPr/>
        <p:txBody>
          <a:bodyPr/>
          <a:lstStyle/>
          <a:p>
            <a:pPr indent="0"/>
            <a:r>
              <a:rPr lang="en-US" dirty="0"/>
              <a:t>FastAPI endpoints support:</a:t>
            </a:r>
          </a:p>
          <a:p>
            <a:pPr marL="342900" indent="-342900">
              <a:buFont typeface="Arial" panose="020B0604020202020204" charset="0"/>
              <a:buChar char="•"/>
            </a:pPr>
            <a:r>
              <a:rPr lang="en-US" dirty="0"/>
              <a:t>Prediction</a:t>
            </a:r>
          </a:p>
          <a:p>
            <a:pPr marL="342900" indent="-342900">
              <a:buFont typeface="Arial" panose="020B0604020202020204" charset="0"/>
              <a:buChar char="•"/>
            </a:pPr>
            <a:r>
              <a:rPr lang="en-US" dirty="0"/>
              <a:t>Recommendations</a:t>
            </a:r>
          </a:p>
          <a:p>
            <a:pPr marL="342900" indent="-342900">
              <a:buFont typeface="Arial" panose="020B0604020202020204" charset="0"/>
              <a:buChar char="•"/>
            </a:pPr>
            <a:r>
              <a:rPr lang="en-US" dirty="0"/>
              <a:t>Health checks</a:t>
            </a:r>
          </a:p>
          <a:p>
            <a:pPr marL="342900" indent="-342900">
              <a:buFont typeface="Arial" panose="020B0604020202020204" charset="0"/>
              <a:buChar char="•"/>
            </a:pPr>
            <a:r>
              <a:rPr lang="en-US" dirty="0"/>
              <a:t>Model summaries</a:t>
            </a:r>
          </a:p>
          <a:p>
            <a:pPr marL="342900" indent="-342900">
              <a:buFont typeface="Arial" panose="020B0604020202020204" charset="0"/>
              <a:buChar char="•"/>
            </a:pPr>
            <a:r>
              <a:rPr lang="en-US" dirty="0"/>
              <a:t>Reference data</a:t>
            </a:r>
          </a:p>
          <a:p>
            <a:pPr indent="0"/>
            <a:r>
              <a:rPr lang="en-US" dirty="0"/>
              <a:t>A minimal request can provide only the district; other values may be filled from district history.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809A3482-1C5D-1508-B21F-F6F2387D5A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0" cap="none" dirty="0"/>
              <a:t>API and Current Limitations</a:t>
            </a:r>
          </a:p>
        </p:txBody>
      </p:sp>
      <p:sp>
        <p:nvSpPr>
          <p:cNvPr id="4" name="canvas-h-c2r1-w67h70">
            <a:extLst>
              <a:ext uri="{FF2B5EF4-FFF2-40B4-BE49-F238E27FC236}">
                <a16:creationId xmlns:a16="http://schemas.microsoft.com/office/drawing/2014/main" id="{CE401329-BC86-310A-A295-0957A2DD3CCC}"/>
              </a:ext>
            </a:extLst>
          </p:cNvPr>
          <p:cNvSpPr>
            <a:spLocks noGrp="1"/>
          </p:cNvSpPr>
          <p:nvPr>
            <p:ph sz="quarter" idx="15"/>
          </p:nvPr>
        </p:nvSpPr>
        <p:spPr/>
        <p:txBody>
          <a:bodyPr/>
          <a:lstStyle/>
          <a:p>
            <a:pPr marL="0" lvl="1" indent="0">
              <a:buNone/>
            </a:pPr>
            <a:r>
              <a:rPr lang="en-US" dirty="0"/>
              <a:t>Current limitations</a:t>
            </a:r>
          </a:p>
          <a:p>
            <a:pPr marL="342900" indent="-342900">
              <a:buFont typeface="Arial" panose="020B0604020202020204" charset="0"/>
              <a:buChar char="•"/>
            </a:pPr>
            <a:r>
              <a:rPr lang="en-US" dirty="0"/>
              <a:t>Model weights are supplied separately and are not included in the repository.</a:t>
            </a:r>
          </a:p>
          <a:p>
            <a:pPr marL="342900" indent="-342900">
              <a:buFont typeface="Arial" panose="020B0604020202020204" charset="0"/>
              <a:buChar char="•"/>
            </a:pPr>
            <a:r>
              <a:rPr lang="en-US" dirty="0"/>
              <a:t>Plot-level predictions are weaker than district means.</a:t>
            </a:r>
          </a:p>
          <a:p>
            <a:pPr marL="342900" indent="-342900">
              <a:buFont typeface="Arial" panose="020B0604020202020204" charset="0"/>
              <a:buChar char="•"/>
            </a:pPr>
            <a:r>
              <a:rPr lang="en-US" dirty="0"/>
              <a:t>Thin and unknown districts are less reliable.</a:t>
            </a:r>
          </a:p>
          <a:p>
            <a:pPr marL="342900" indent="-342900">
              <a:buFont typeface="Arial" panose="020B0604020202020204" charset="0"/>
              <a:buChar char="•"/>
            </a:pPr>
            <a:r>
              <a:rPr lang="en-US" dirty="0"/>
              <a:t>Recommendations do not include prices, budgets, or ROI.</a:t>
            </a:r>
          </a:p>
          <a:p>
            <a:pPr marL="342900" indent="-342900">
              <a:buFont typeface="Arial" panose="020B0604020202020204" charset="0"/>
              <a:buChar char="•"/>
            </a:pPr>
            <a:r>
              <a:rPr lang="en-US" dirty="0"/>
              <a:t>Recommended effects should not be assumed additive.</a:t>
            </a:r>
          </a:p>
        </p:txBody>
      </p:sp>
    </p:spTree>
    <p:extLst>
      <p:ext uri="{BB962C8B-B14F-4D97-AF65-F5344CB8AC3E}">
        <p14:creationId xmlns:p14="http://schemas.microsoft.com/office/powerpoint/2010/main" val="409995771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25231B-1634-789C-20B1-CAD0FEDE93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0" cap="none" dirty="0"/>
              <a:t>Next Steps</a:t>
            </a:r>
          </a:p>
        </p:txBody>
      </p:sp>
      <p:sp>
        <p:nvSpPr>
          <p:cNvPr id="3" name="canvas-h-c1r1-w90h70">
            <a:extLst>
              <a:ext uri="{FF2B5EF4-FFF2-40B4-BE49-F238E27FC236}">
                <a16:creationId xmlns:a16="http://schemas.microsoft.com/office/drawing/2014/main" id="{E2427991-03C0-8BA0-C455-F8AD055A50A6}"/>
              </a:ext>
            </a:extLst>
          </p:cNvPr>
          <p:cNvSpPr>
            <a:spLocks noGrp="1"/>
          </p:cNvSpPr>
          <p:nvPr>
            <p:ph sz="quarter" idx="14"/>
          </p:nvPr>
        </p:nvSpPr>
        <p:spPr/>
        <p:txBody>
          <a:bodyPr/>
          <a:lstStyle/>
          <a:p>
            <a:pPr marL="0" lvl="1" indent="0">
              <a:buNone/>
            </a:pPr>
            <a:r>
              <a:rPr lang="en-US" dirty="0"/>
              <a:t>Next steps</a:t>
            </a:r>
          </a:p>
          <a:p>
            <a:pPr marL="342900" indent="-342900">
              <a:buFont typeface="Arial" panose="020B0604020202020204" charset="0"/>
              <a:buChar char="•"/>
            </a:pPr>
            <a:r>
              <a:rPr lang="en-US" dirty="0"/>
              <a:t>Add stronger soil and crop-cut data</a:t>
            </a:r>
          </a:p>
          <a:p>
            <a:pPr marL="342900" indent="-342900">
              <a:buFont typeface="Arial" panose="020B0604020202020204" charset="0"/>
              <a:buChar char="•"/>
            </a:pPr>
            <a:r>
              <a:rPr lang="en-US" dirty="0"/>
              <a:t>Improve GPS and weather resolution</a:t>
            </a:r>
          </a:p>
          <a:p>
            <a:pPr marL="342900" indent="-342900">
              <a:buFont typeface="Arial" panose="020B0604020202020204" charset="0"/>
              <a:buChar char="•"/>
            </a:pPr>
            <a:r>
              <a:rPr lang="en-US" dirty="0"/>
              <a:t>Validate recommendations prospectively</a:t>
            </a:r>
          </a:p>
          <a:p>
            <a:pPr marL="342900" indent="-342900">
              <a:buFont typeface="Arial" panose="020B0604020202020204" charset="0"/>
              <a:buChar char="•"/>
            </a:pPr>
            <a:r>
              <a:rPr lang="en-US" dirty="0"/>
              <a:t>Add credit, cost, and profitability data</a:t>
            </a:r>
          </a:p>
          <a:p>
            <a:pPr indent="0"/>
            <a:r>
              <a:rPr lang="en-US" dirty="0"/>
              <a:t>"A practical, transparent foundation for better maize productivity decisions."</a:t>
            </a:r>
          </a:p>
        </p:txBody>
      </p:sp>
    </p:spTree>
    <p:extLst>
      <p:ext uri="{BB962C8B-B14F-4D97-AF65-F5344CB8AC3E}">
        <p14:creationId xmlns:p14="http://schemas.microsoft.com/office/powerpoint/2010/main" val="65282862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berlin-newstyle-03">
  <a:themeElements>
    <a:clrScheme name="Berlin-NewStyle-03">
      <a:dk1>
        <a:srgbClr val="C3A85D"/>
      </a:dk1>
      <a:lt1>
        <a:srgbClr val="212827"/>
      </a:lt1>
      <a:dk2>
        <a:srgbClr val="E7DCBE"/>
      </a:dk2>
      <a:lt2>
        <a:srgbClr val="212827"/>
      </a:lt2>
      <a:accent1>
        <a:srgbClr val="A2873C"/>
      </a:accent1>
      <a:accent2>
        <a:srgbClr val="526361"/>
      </a:accent2>
      <a:accent3>
        <a:srgbClr val="879C99"/>
      </a:accent3>
      <a:accent4>
        <a:srgbClr val="C3CDCC"/>
      </a:accent4>
      <a:accent5>
        <a:srgbClr val="E7EBEA"/>
      </a:accent5>
      <a:accent6>
        <a:srgbClr val="F3EDDE"/>
      </a:accent6>
      <a:hlink>
        <a:srgbClr val="9D833A"/>
      </a:hlink>
      <a:folHlink>
        <a:srgbClr val="695726"/>
      </a:folHlink>
    </a:clrScheme>
    <a:fontScheme name="Berlin-New Style">
      <a:majorFont>
        <a:latin typeface="Verdana"/>
        <a:ea typeface=""/>
        <a:cs typeface=""/>
      </a:majorFont>
      <a:minorFont>
        <a:latin typeface="Tahoma"/>
        <a:ea typeface=""/>
        <a:cs typeface="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berlin-newstyle-03" id="{0F36D36E-CE3A-49C8-B5BE-F3D87DB6B71C}" vid="{78F9DB29-D631-4AC6-A64F-0FFF57C6B030}"/>
    </a:ext>
  </a:extLst>
</a:theme>
</file>

<file path=ppt/webextensions/_rels/taskpanes.xml.rels><?xml version="1.0" encoding="UTF-8" standalone="yes"?>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525" row="0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8106B73C-136A-4109-8239-2B80811545AD}">
  <we:reference id="wa200005566" version="3.0.1.2" store="en-US" storeType="OMEX"/>
  <we:alternateReferences>
    <we:reference id="WA200005566" version="3.0.1.2" store="" storeType="OMEX"/>
  </we:alternateReferences>
  <we:properties>
    <we:property name="theme" value="{&quot;name&quot;:&quot;Gold&quot;,&quot;color&quot;:&quot;#A2873C&quot;,&quot;colorPalette&quot;:[&quot;C3A85D&quot;,&quot;212827&quot;,&quot;E7DCBE&quot;,&quot;212827&quot;,&quot;A2873C&quot;,&quot;526361&quot;,&quot;879C99&quot;,&quot;C3CDCC&quot;,&quot;E7EBEA&quot;,&quot;F3EDDE&quot;,&quot;9D833A&quot;,&quot;695726&quot;],&quot;previewImages&quot;:[&quot;https://d1hv8bxtvn5dfl.cloudfront.net/powerpoint-dev/previews/doha/title-doha.webp&quot;,&quot;https://d1hv8bxtvn5dfl.cloudfront.net/powerpoint-dev/previews/doha/agenda-list-doha.webp&quot;,&quot;https://d1hv8bxtvn5dfl.cloudfront.net/powerpoint-dev/previews/doha/text-box-v1-doha.webp&quot;,&quot;https://d1hv8bxtvn5dfl.cloudfront.net/powerpoint-dev/previews/doha/3text-box-v1-doha.webp&quot;,&quot;https://d1hv8bxtvn5dfl.cloudfront.net/powerpoint-dev/previews/doha/table-doha.webp&quot;,&quot;https://d1hv8bxtvn5dfl.cloudfront.net/powerpoint-dev/previews/doha/timeline-doha.webp&quot;],&quot;isDefault&quot;:true,&quot;previewAnimation&quot;:&quot;https://d1hv8bxtvn5dfl.cloudfront.net/powerpoint-dev/template-previews/doha/doha-preview.gif&quot;,&quot;index&quot;:0,&quot;template&quot;:&quot;Doha&quot;}"/>
  </we:properties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otalTime>3</TotalTime>
  <Words>588</Words>
  <Application>Microsoft Office PowerPoint</Application>
  <PresentationFormat>Widescreen</PresentationFormat>
  <Paragraphs>84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11</vt:i4>
      </vt:variant>
    </vt:vector>
  </HeadingPairs>
  <TitlesOfParts>
    <vt:vector size="18" baseType="lpstr">
      <vt:lpstr>Arial</vt:lpstr>
      <vt:lpstr>Calibri</vt:lpstr>
      <vt:lpstr>Calibri Light</vt:lpstr>
      <vt:lpstr>Tahoma</vt:lpstr>
      <vt:lpstr>Verdana</vt:lpstr>
      <vt:lpstr>Office Theme</vt:lpstr>
      <vt:lpstr>berlin-newstyle-03</vt:lpstr>
      <vt:lpstr>PowerPoint Presentation</vt:lpstr>
      <vt:lpstr>The Problem</vt:lpstr>
      <vt:lpstr>Data Foundation</vt:lpstr>
      <vt:lpstr>Data Quality and Cleaning</vt:lpstr>
      <vt:lpstr>Feature Engineering and Leakage Control</vt:lpstr>
      <vt:lpstr>Weather Enrichment</vt:lpstr>
      <vt:lpstr>Yield Prediction Model</vt:lpstr>
      <vt:lpstr>Validation Results</vt:lpstr>
      <vt:lpstr>Agronomic Recommendation Layer</vt:lpstr>
      <vt:lpstr>API and Current Limitations</vt:lpstr>
      <vt:lpstr>Next Steps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Trevor Amayi</dc:creator>
  <cp:lastModifiedBy>Trevor Amayi</cp:lastModifiedBy>
  <cp:revision>1</cp:revision>
  <dcterms:created xsi:type="dcterms:W3CDTF">2026-09-08T15:43:02Z</dcterms:created>
  <dcterms:modified xsi:type="dcterms:W3CDTF">2026-09-08T15:46:03Z</dcterms:modified>
</cp:coreProperties>
</file>